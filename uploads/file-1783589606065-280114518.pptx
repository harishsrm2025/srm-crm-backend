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B487E88-0E29-430D-8C8E-484465D36A07}" type="slidenum">
              <a:rPr lang="en-US" altLang="en-US"/>
              <a:pPr/>
              <a:t>‹#›</a:t>
            </a:fld>
            <a:endParaRPr lang="en-US" altLang="en-US"/>
          </a:p>
        </p:txBody>
      </p:sp>
    </p:spTree>
    <p:extLst>
      <p:ext uri="{BB962C8B-B14F-4D97-AF65-F5344CB8AC3E}">
        <p14:creationId xmlns:p14="http://schemas.microsoft.com/office/powerpoint/2010/main" val="2730851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EAC6BDC-F920-48BF-9F15-21E9F5B02CC4}"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37970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E96B955-7379-4E99-B974-6AFB11D89A55}"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92050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860320C-B646-419F-82E4-2620E8890EA5}"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47241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15F638D-946C-476E-AF96-849474641B46}"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6816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E7C24A-4522-41DE-90E0-D9A1ED33C03B}"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301199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BA26643-8333-4CB8-84C2-F6BEDE299F05}"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1064435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5945069-5278-4E0A-98AB-F448FAE435B1}"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34769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86CCE48-9FA5-4190-A0BF-8E0E5DF6179B}"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717768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51F3FFC-1024-40B7-8413-3D7640EDFAFF}"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00914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E58D63E-E3C4-405D-B730-B045E9884989}"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49376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74C953A-AE7A-40EA-B5E7-86639155817E}"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656542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4072735-D431-41C7-8D98-87125D059588}"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83874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BD56A82-4F20-4008-8E95-294FDB7A4D61}"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51330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7E164A9-AF74-4CF3-86FF-A8E116748D44}"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046107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7D3AD31-E537-417D-BBCF-36E142A475D9}"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548141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79D931E-0872-4D91-BB0C-F5691CC5CFFE}"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110032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814E988-5077-4527-A6E7-0D964B49391D}" type="slidenum">
              <a:rPr lang="en-US" altLang="en-US" sz="1200"/>
              <a:pPr eaLnBrk="1" hangingPunct="1"/>
              <a:t>18</a:t>
            </a:fld>
            <a:endParaRPr lang="en-US" altLang="en-US" sz="1200"/>
          </a:p>
        </p:txBody>
      </p:sp>
    </p:spTree>
    <p:extLst>
      <p:ext uri="{BB962C8B-B14F-4D97-AF65-F5344CB8AC3E}">
        <p14:creationId xmlns:p14="http://schemas.microsoft.com/office/powerpoint/2010/main" val="3242284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8B7C840-15A3-4FD6-A1CD-24F1AFAFC373}"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18510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8311087-833C-4BD4-BE36-EE2C8CFFFEAA}" type="slidenum">
              <a:rPr lang="en-US" altLang="en-US" sz="1200"/>
              <a:pPr eaLnBrk="1" hangingPunct="1"/>
              <a:t>20</a:t>
            </a:fld>
            <a:endParaRPr lang="en-US" altLang="en-US" sz="1200"/>
          </a:p>
        </p:txBody>
      </p:sp>
    </p:spTree>
    <p:extLst>
      <p:ext uri="{BB962C8B-B14F-4D97-AF65-F5344CB8AC3E}">
        <p14:creationId xmlns:p14="http://schemas.microsoft.com/office/powerpoint/2010/main" val="2483938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3D28BC-9910-4C9A-980E-99979FE96181}"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239086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69AA7C6-4E31-406F-8010-1D11130187E3}" type="slidenum">
              <a:rPr lang="en-US" altLang="en-US" sz="1200"/>
              <a:pPr eaLnBrk="1" hangingPunct="1"/>
              <a:t>23</a:t>
            </a:fld>
            <a:endParaRPr lang="en-US" altLang="en-US" sz="1200"/>
          </a:p>
        </p:txBody>
      </p:sp>
    </p:spTree>
    <p:extLst>
      <p:ext uri="{BB962C8B-B14F-4D97-AF65-F5344CB8AC3E}">
        <p14:creationId xmlns:p14="http://schemas.microsoft.com/office/powerpoint/2010/main" val="1785400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D55C050-9F7B-40F7-A8E6-69F070EBB1DB}"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84482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CAA90CB-C539-4D6F-B437-B3FF976AF6B8}"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1325919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5D890A9-0189-4BE4-B086-190097E8709A}" type="slidenum">
              <a:rPr lang="en-US" altLang="en-US" sz="1200"/>
              <a:pPr eaLnBrk="1" hangingPunct="1"/>
              <a:t>26</a:t>
            </a:fld>
            <a:endParaRPr lang="en-US" altLang="en-US" sz="1200"/>
          </a:p>
        </p:txBody>
      </p:sp>
    </p:spTree>
    <p:extLst>
      <p:ext uri="{BB962C8B-B14F-4D97-AF65-F5344CB8AC3E}">
        <p14:creationId xmlns:p14="http://schemas.microsoft.com/office/powerpoint/2010/main" val="3091346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2B2011B-92E8-45D6-A065-CA7DCAC54047}"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376843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A0E7A8F-3CCC-4A0A-9FFD-282D260847C0}"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7778698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72F7A47-B56C-42A8-A224-AFA9A9C537A0}"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799107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F9E5BCD-0250-4DFF-81A0-6400C80E8D78}"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3851824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931AB62-8652-4AC0-875A-A42B7B5199EC}" type="slidenum">
              <a:rPr lang="en-US" altLang="en-US" sz="1200"/>
              <a:pPr eaLnBrk="1" hangingPunct="1"/>
              <a:t>31</a:t>
            </a:fld>
            <a:endParaRPr lang="en-US" altLang="en-US" sz="1200"/>
          </a:p>
        </p:txBody>
      </p:sp>
    </p:spTree>
    <p:extLst>
      <p:ext uri="{BB962C8B-B14F-4D97-AF65-F5344CB8AC3E}">
        <p14:creationId xmlns:p14="http://schemas.microsoft.com/office/powerpoint/2010/main" val="1098482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F34E769-94BF-4F47-A981-D9BD32C41EAE}" type="slidenum">
              <a:rPr lang="en-US" altLang="en-US"/>
              <a:pPr/>
              <a:t>‹#›</a:t>
            </a:fld>
            <a:endParaRPr lang="en-US" altLang="en-US"/>
          </a:p>
        </p:txBody>
      </p:sp>
    </p:spTree>
    <p:extLst>
      <p:ext uri="{BB962C8B-B14F-4D97-AF65-F5344CB8AC3E}">
        <p14:creationId xmlns:p14="http://schemas.microsoft.com/office/powerpoint/2010/main" val="156261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51DAD92-6616-4975-9764-EF2E6426E0A7}" type="slidenum">
              <a:rPr lang="en-US" altLang="en-US"/>
              <a:pPr/>
              <a:t>‹#›</a:t>
            </a:fld>
            <a:endParaRPr lang="en-US" altLang="en-US"/>
          </a:p>
        </p:txBody>
      </p:sp>
    </p:spTree>
    <p:extLst>
      <p:ext uri="{BB962C8B-B14F-4D97-AF65-F5344CB8AC3E}">
        <p14:creationId xmlns:p14="http://schemas.microsoft.com/office/powerpoint/2010/main" val="4143578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051F077-AB25-40C0-8151-369D9683DA80}" type="slidenum">
              <a:rPr lang="en-US" altLang="en-US"/>
              <a:pPr/>
              <a:t>‹#›</a:t>
            </a:fld>
            <a:endParaRPr lang="en-US" altLang="en-US"/>
          </a:p>
        </p:txBody>
      </p:sp>
    </p:spTree>
    <p:extLst>
      <p:ext uri="{BB962C8B-B14F-4D97-AF65-F5344CB8AC3E}">
        <p14:creationId xmlns:p14="http://schemas.microsoft.com/office/powerpoint/2010/main" val="3223028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3DC00D7A-B859-41FB-A49D-E756D1012F40}" type="slidenum">
              <a:rPr lang="en-US" altLang="en-US"/>
              <a:pPr/>
              <a:t>‹#›</a:t>
            </a:fld>
            <a:endParaRPr lang="en-US" altLang="en-US"/>
          </a:p>
        </p:txBody>
      </p:sp>
    </p:spTree>
    <p:extLst>
      <p:ext uri="{BB962C8B-B14F-4D97-AF65-F5344CB8AC3E}">
        <p14:creationId xmlns:p14="http://schemas.microsoft.com/office/powerpoint/2010/main" val="197843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8863272-240A-4A5F-A81F-EF10A96AACD2}" type="slidenum">
              <a:rPr lang="en-US" altLang="en-US"/>
              <a:pPr/>
              <a:t>‹#›</a:t>
            </a:fld>
            <a:endParaRPr lang="en-US" altLang="en-US"/>
          </a:p>
        </p:txBody>
      </p:sp>
    </p:spTree>
    <p:extLst>
      <p:ext uri="{BB962C8B-B14F-4D97-AF65-F5344CB8AC3E}">
        <p14:creationId xmlns:p14="http://schemas.microsoft.com/office/powerpoint/2010/main" val="3870826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0200E91-FEBD-429B-AA05-8AE2B3B4EAF7}" type="slidenum">
              <a:rPr lang="en-US" altLang="en-US"/>
              <a:pPr/>
              <a:t>‹#›</a:t>
            </a:fld>
            <a:endParaRPr lang="en-US" altLang="en-US"/>
          </a:p>
        </p:txBody>
      </p:sp>
    </p:spTree>
    <p:extLst>
      <p:ext uri="{BB962C8B-B14F-4D97-AF65-F5344CB8AC3E}">
        <p14:creationId xmlns:p14="http://schemas.microsoft.com/office/powerpoint/2010/main" val="2412941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6B6FA41-82FF-404C-9D09-3075A9B2151C}" type="slidenum">
              <a:rPr lang="en-US" altLang="en-US"/>
              <a:pPr/>
              <a:t>‹#›</a:t>
            </a:fld>
            <a:endParaRPr lang="en-US" altLang="en-US"/>
          </a:p>
        </p:txBody>
      </p:sp>
    </p:spTree>
    <p:extLst>
      <p:ext uri="{BB962C8B-B14F-4D97-AF65-F5344CB8AC3E}">
        <p14:creationId xmlns:p14="http://schemas.microsoft.com/office/powerpoint/2010/main" val="3340723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7ED1A18-6298-431F-9544-033372754603}" type="slidenum">
              <a:rPr lang="en-US" altLang="en-US"/>
              <a:pPr/>
              <a:t>‹#›</a:t>
            </a:fld>
            <a:endParaRPr lang="en-US" altLang="en-US"/>
          </a:p>
        </p:txBody>
      </p:sp>
    </p:spTree>
    <p:extLst>
      <p:ext uri="{BB962C8B-B14F-4D97-AF65-F5344CB8AC3E}">
        <p14:creationId xmlns:p14="http://schemas.microsoft.com/office/powerpoint/2010/main" val="998511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DB3BBFC-C856-4FD0-89FA-73682432592C}" type="slidenum">
              <a:rPr lang="en-US" altLang="en-US"/>
              <a:pPr/>
              <a:t>‹#›</a:t>
            </a:fld>
            <a:endParaRPr lang="en-US" altLang="en-US"/>
          </a:p>
        </p:txBody>
      </p:sp>
    </p:spTree>
    <p:extLst>
      <p:ext uri="{BB962C8B-B14F-4D97-AF65-F5344CB8AC3E}">
        <p14:creationId xmlns:p14="http://schemas.microsoft.com/office/powerpoint/2010/main" val="2783932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733A51C-69BA-478C-B8A0-78A26ABECCAD}" type="slidenum">
              <a:rPr lang="en-US" altLang="en-US"/>
              <a:pPr/>
              <a:t>‹#›</a:t>
            </a:fld>
            <a:endParaRPr lang="en-US" altLang="en-US"/>
          </a:p>
        </p:txBody>
      </p:sp>
    </p:spTree>
    <p:extLst>
      <p:ext uri="{BB962C8B-B14F-4D97-AF65-F5344CB8AC3E}">
        <p14:creationId xmlns:p14="http://schemas.microsoft.com/office/powerpoint/2010/main" val="2096820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A7DF770-297A-46C3-9621-2009B271D9A6}" type="slidenum">
              <a:rPr lang="en-US" altLang="en-US"/>
              <a:pPr/>
              <a:t>‹#›</a:t>
            </a:fld>
            <a:endParaRPr lang="en-US" altLang="en-US"/>
          </a:p>
        </p:txBody>
      </p:sp>
    </p:spTree>
    <p:extLst>
      <p:ext uri="{BB962C8B-B14F-4D97-AF65-F5344CB8AC3E}">
        <p14:creationId xmlns:p14="http://schemas.microsoft.com/office/powerpoint/2010/main" val="1740057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D185DDC-75EB-4C82-9110-C7078017DA60}" type="slidenum">
              <a:rPr lang="en-US" altLang="en-US"/>
              <a:pPr/>
              <a:t>‹#›</a:t>
            </a:fld>
            <a:endParaRPr lang="en-US" altLang="en-US"/>
          </a:p>
        </p:txBody>
      </p:sp>
    </p:spTree>
    <p:extLst>
      <p:ext uri="{BB962C8B-B14F-4D97-AF65-F5344CB8AC3E}">
        <p14:creationId xmlns:p14="http://schemas.microsoft.com/office/powerpoint/2010/main" val="654787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550EBAD4-5088-4E9C-9BA6-7B38A211A66D}" type="slidenum">
              <a:rPr lang="en-US" altLang="en-US"/>
              <a:pPr/>
              <a:t>‹#›</a:t>
            </a:fld>
            <a:endParaRPr lang="en-US" altLang="en-US"/>
          </a:p>
        </p:txBody>
      </p:sp>
    </p:spTree>
    <p:extLst>
      <p:ext uri="{BB962C8B-B14F-4D97-AF65-F5344CB8AC3E}">
        <p14:creationId xmlns:p14="http://schemas.microsoft.com/office/powerpoint/2010/main" val="484296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6DCBA41E-2483-46D9-BB04-CE7D75521713}" type="slidenum">
              <a:rPr lang="en-US" altLang="en-US"/>
              <a:pPr/>
              <a:t>‹#›</a:t>
            </a:fld>
            <a:endParaRPr lang="en-US" altLang="en-US"/>
          </a:p>
        </p:txBody>
      </p:sp>
    </p:spTree>
    <p:extLst>
      <p:ext uri="{BB962C8B-B14F-4D97-AF65-F5344CB8AC3E}">
        <p14:creationId xmlns:p14="http://schemas.microsoft.com/office/powerpoint/2010/main" val="1528131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EC69AA26-8AE5-4897-B39B-266B4BC4D5E6}" type="slidenum">
              <a:rPr lang="en-US" altLang="en-US"/>
              <a:pPr/>
              <a:t>‹#›</a:t>
            </a:fld>
            <a:endParaRPr lang="en-US" altLang="en-US"/>
          </a:p>
        </p:txBody>
      </p:sp>
    </p:spTree>
    <p:extLst>
      <p:ext uri="{BB962C8B-B14F-4D97-AF65-F5344CB8AC3E}">
        <p14:creationId xmlns:p14="http://schemas.microsoft.com/office/powerpoint/2010/main" val="994168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93C31BDC-4F52-405B-ADB8-434D8BB7BBF6}" type="slidenum">
              <a:rPr lang="en-US" altLang="en-US"/>
              <a:pPr/>
              <a:t>‹#›</a:t>
            </a:fld>
            <a:endParaRPr lang="en-US" altLang="en-US"/>
          </a:p>
        </p:txBody>
      </p:sp>
    </p:spTree>
    <p:extLst>
      <p:ext uri="{BB962C8B-B14F-4D97-AF65-F5344CB8AC3E}">
        <p14:creationId xmlns:p14="http://schemas.microsoft.com/office/powerpoint/2010/main" val="573774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8337019E-348F-4F3F-B8A6-7E0D4F6F6B18}" type="slidenum">
              <a:rPr lang="en-US" altLang="en-US"/>
              <a:pPr/>
              <a:t>‹#›</a:t>
            </a:fld>
            <a:endParaRPr lang="en-US" altLang="en-US"/>
          </a:p>
        </p:txBody>
      </p:sp>
    </p:spTree>
    <p:extLst>
      <p:ext uri="{BB962C8B-B14F-4D97-AF65-F5344CB8AC3E}">
        <p14:creationId xmlns:p14="http://schemas.microsoft.com/office/powerpoint/2010/main" val="632082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7A118A9C-7031-4FD2-ABDC-A63EB846F577}" type="slidenum">
              <a:rPr lang="en-US" altLang="en-US"/>
              <a:pPr/>
              <a:t>‹#›</a:t>
            </a:fld>
            <a:endParaRPr lang="en-US" altLang="en-US"/>
          </a:p>
        </p:txBody>
      </p:sp>
    </p:spTree>
    <p:extLst>
      <p:ext uri="{BB962C8B-B14F-4D97-AF65-F5344CB8AC3E}">
        <p14:creationId xmlns:p14="http://schemas.microsoft.com/office/powerpoint/2010/main" val="40485507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A3393997-308E-40E4-93A3-938D55C65751}" type="slidenum">
              <a:rPr lang="en-US" altLang="en-US"/>
              <a:pPr/>
              <a:t>‹#›</a:t>
            </a:fld>
            <a:endParaRPr lang="en-US" altLang="en-US"/>
          </a:p>
        </p:txBody>
      </p:sp>
    </p:spTree>
    <p:extLst>
      <p:ext uri="{BB962C8B-B14F-4D97-AF65-F5344CB8AC3E}">
        <p14:creationId xmlns:p14="http://schemas.microsoft.com/office/powerpoint/2010/main" val="407843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45C86912-3746-4312-943D-E8BA1C162C75}" type="slidenum">
              <a:rPr lang="en-US" altLang="en-US"/>
              <a:pPr/>
              <a:t>‹#›</a:t>
            </a:fld>
            <a:endParaRPr lang="en-US" altLang="en-US"/>
          </a:p>
        </p:txBody>
      </p:sp>
    </p:spTree>
    <p:extLst>
      <p:ext uri="{BB962C8B-B14F-4D97-AF65-F5344CB8AC3E}">
        <p14:creationId xmlns:p14="http://schemas.microsoft.com/office/powerpoint/2010/main" val="882232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B5A1D32A-1D03-4E42-B76B-709652085745}" type="slidenum">
              <a:rPr lang="en-US" altLang="en-US"/>
              <a:pPr/>
              <a:t>‹#›</a:t>
            </a:fld>
            <a:endParaRPr lang="en-US" altLang="en-US"/>
          </a:p>
        </p:txBody>
      </p:sp>
    </p:spTree>
    <p:extLst>
      <p:ext uri="{BB962C8B-B14F-4D97-AF65-F5344CB8AC3E}">
        <p14:creationId xmlns:p14="http://schemas.microsoft.com/office/powerpoint/2010/main" val="4113767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5559D7BB-9306-4C12-86E8-A8B199F4E974}" type="slidenum">
              <a:rPr lang="en-US" altLang="en-US"/>
              <a:pPr/>
              <a:t>‹#›</a:t>
            </a:fld>
            <a:endParaRPr lang="en-US" altLang="en-US"/>
          </a:p>
        </p:txBody>
      </p:sp>
    </p:spTree>
    <p:extLst>
      <p:ext uri="{BB962C8B-B14F-4D97-AF65-F5344CB8AC3E}">
        <p14:creationId xmlns:p14="http://schemas.microsoft.com/office/powerpoint/2010/main" val="1433052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674D2BB9-C0CA-4C12-8A05-478491F8DB59}" type="slidenum">
              <a:rPr lang="en-US" altLang="en-US"/>
              <a:pPr/>
              <a:t>‹#›</a:t>
            </a:fld>
            <a:endParaRPr lang="en-US" altLang="en-US"/>
          </a:p>
        </p:txBody>
      </p:sp>
    </p:spTree>
    <p:extLst>
      <p:ext uri="{BB962C8B-B14F-4D97-AF65-F5344CB8AC3E}">
        <p14:creationId xmlns:p14="http://schemas.microsoft.com/office/powerpoint/2010/main" val="3121593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FAE8E8D-761E-4592-84D4-A1B9CCE49753}" type="slidenum">
              <a:rPr lang="en-US" altLang="en-US"/>
              <a:pPr/>
              <a:t>‹#›</a:t>
            </a:fld>
            <a:endParaRPr lang="en-US" altLang="en-US"/>
          </a:p>
        </p:txBody>
      </p:sp>
    </p:spTree>
    <p:extLst>
      <p:ext uri="{BB962C8B-B14F-4D97-AF65-F5344CB8AC3E}">
        <p14:creationId xmlns:p14="http://schemas.microsoft.com/office/powerpoint/2010/main" val="996604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359C5AF-EDF4-4A9D-B5DF-158786084D98}" type="slidenum">
              <a:rPr lang="en-US" altLang="en-US"/>
              <a:pPr/>
              <a:t>‹#›</a:t>
            </a:fld>
            <a:endParaRPr lang="en-US" altLang="en-US"/>
          </a:p>
        </p:txBody>
      </p:sp>
    </p:spTree>
    <p:extLst>
      <p:ext uri="{BB962C8B-B14F-4D97-AF65-F5344CB8AC3E}">
        <p14:creationId xmlns:p14="http://schemas.microsoft.com/office/powerpoint/2010/main" val="21765189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CDE6B67-EAD7-4887-950A-0F63D871453C}" type="slidenum">
              <a:rPr lang="en-US" altLang="en-US"/>
              <a:pPr/>
              <a:t>‹#›</a:t>
            </a:fld>
            <a:endParaRPr lang="en-US" altLang="en-US"/>
          </a:p>
        </p:txBody>
      </p:sp>
    </p:spTree>
    <p:extLst>
      <p:ext uri="{BB962C8B-B14F-4D97-AF65-F5344CB8AC3E}">
        <p14:creationId xmlns:p14="http://schemas.microsoft.com/office/powerpoint/2010/main" val="307118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F10AD12-8662-4E1F-8D34-0C9AF589B733}" type="slidenum">
              <a:rPr lang="en-US" altLang="en-US"/>
              <a:pPr/>
              <a:t>‹#›</a:t>
            </a:fld>
            <a:endParaRPr lang="en-US" altLang="en-US"/>
          </a:p>
        </p:txBody>
      </p:sp>
    </p:spTree>
    <p:extLst>
      <p:ext uri="{BB962C8B-B14F-4D97-AF65-F5344CB8AC3E}">
        <p14:creationId xmlns:p14="http://schemas.microsoft.com/office/powerpoint/2010/main" val="3941707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6C00BA81-4D0C-44BE-BA0F-920FB6D270E6}" type="slidenum">
              <a:rPr lang="en-US" altLang="en-US"/>
              <a:pPr/>
              <a:t>‹#›</a:t>
            </a:fld>
            <a:endParaRPr lang="en-US" altLang="en-US"/>
          </a:p>
        </p:txBody>
      </p:sp>
    </p:spTree>
    <p:extLst>
      <p:ext uri="{BB962C8B-B14F-4D97-AF65-F5344CB8AC3E}">
        <p14:creationId xmlns:p14="http://schemas.microsoft.com/office/powerpoint/2010/main" val="12631440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C8B37D58-9B7F-47C5-A72B-625EE617A68A}" type="slidenum">
              <a:rPr lang="en-US" altLang="en-US"/>
              <a:pPr/>
              <a:t>‹#›</a:t>
            </a:fld>
            <a:endParaRPr lang="en-US" altLang="en-US"/>
          </a:p>
        </p:txBody>
      </p:sp>
    </p:spTree>
    <p:extLst>
      <p:ext uri="{BB962C8B-B14F-4D97-AF65-F5344CB8AC3E}">
        <p14:creationId xmlns:p14="http://schemas.microsoft.com/office/powerpoint/2010/main" val="15655266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3A7C90DD-CF78-4722-9E7C-826F76B3EBB0}" type="slidenum">
              <a:rPr lang="en-US" altLang="en-US"/>
              <a:pPr/>
              <a:t>‹#›</a:t>
            </a:fld>
            <a:endParaRPr lang="en-US" altLang="en-US"/>
          </a:p>
        </p:txBody>
      </p:sp>
    </p:spTree>
    <p:extLst>
      <p:ext uri="{BB962C8B-B14F-4D97-AF65-F5344CB8AC3E}">
        <p14:creationId xmlns:p14="http://schemas.microsoft.com/office/powerpoint/2010/main" val="47250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436A91A-E81D-4941-9D9E-C038AE8EBEC0}" type="slidenum">
              <a:rPr lang="en-US" altLang="en-US"/>
              <a:pPr/>
              <a:t>‹#›</a:t>
            </a:fld>
            <a:endParaRPr lang="en-US" altLang="en-US"/>
          </a:p>
        </p:txBody>
      </p:sp>
    </p:spTree>
    <p:extLst>
      <p:ext uri="{BB962C8B-B14F-4D97-AF65-F5344CB8AC3E}">
        <p14:creationId xmlns:p14="http://schemas.microsoft.com/office/powerpoint/2010/main" val="511481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1ECDA4D-DBF3-44B4-81C1-0E62F90E376B}" type="slidenum">
              <a:rPr lang="en-US" altLang="en-US"/>
              <a:pPr/>
              <a:t>‹#›</a:t>
            </a:fld>
            <a:endParaRPr lang="en-US" altLang="en-US"/>
          </a:p>
        </p:txBody>
      </p:sp>
    </p:spTree>
    <p:extLst>
      <p:ext uri="{BB962C8B-B14F-4D97-AF65-F5344CB8AC3E}">
        <p14:creationId xmlns:p14="http://schemas.microsoft.com/office/powerpoint/2010/main" val="2332550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9A84EC2-3A84-41B1-88D9-B95870E23F23}" type="slidenum">
              <a:rPr lang="en-US" altLang="en-US"/>
              <a:pPr/>
              <a:t>‹#›</a:t>
            </a:fld>
            <a:endParaRPr lang="en-US" altLang="en-US"/>
          </a:p>
        </p:txBody>
      </p:sp>
    </p:spTree>
    <p:extLst>
      <p:ext uri="{BB962C8B-B14F-4D97-AF65-F5344CB8AC3E}">
        <p14:creationId xmlns:p14="http://schemas.microsoft.com/office/powerpoint/2010/main" val="38028394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7B1FB6B-107A-4CC0-9C48-BDCB896535D0}" type="slidenum">
              <a:rPr lang="en-US" altLang="en-US"/>
              <a:pPr/>
              <a:t>‹#›</a:t>
            </a:fld>
            <a:endParaRPr lang="en-US" altLang="en-US"/>
          </a:p>
        </p:txBody>
      </p:sp>
    </p:spTree>
    <p:extLst>
      <p:ext uri="{BB962C8B-B14F-4D97-AF65-F5344CB8AC3E}">
        <p14:creationId xmlns:p14="http://schemas.microsoft.com/office/powerpoint/2010/main" val="1213125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60812C0-F73D-4F80-BE7D-370A9ABA0E5F}" type="slidenum">
              <a:rPr lang="en-US" altLang="en-US"/>
              <a:pPr/>
              <a:t>‹#›</a:t>
            </a:fld>
            <a:endParaRPr lang="en-US" altLang="en-US"/>
          </a:p>
        </p:txBody>
      </p:sp>
    </p:spTree>
    <p:extLst>
      <p:ext uri="{BB962C8B-B14F-4D97-AF65-F5344CB8AC3E}">
        <p14:creationId xmlns:p14="http://schemas.microsoft.com/office/powerpoint/2010/main" val="7992916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510FCAA-47FB-461D-B7E8-E57ECCC9000A}" type="slidenum">
              <a:rPr lang="en-US" altLang="en-US"/>
              <a:pPr/>
              <a:t>‹#›</a:t>
            </a:fld>
            <a:endParaRPr lang="en-US" altLang="en-US"/>
          </a:p>
        </p:txBody>
      </p:sp>
    </p:spTree>
    <p:extLst>
      <p:ext uri="{BB962C8B-B14F-4D97-AF65-F5344CB8AC3E}">
        <p14:creationId xmlns:p14="http://schemas.microsoft.com/office/powerpoint/2010/main" val="29934194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84D2495-ADBE-4BDD-B865-95FE8D094341}" type="slidenum">
              <a:rPr lang="en-US" altLang="en-US"/>
              <a:pPr/>
              <a:t>‹#›</a:t>
            </a:fld>
            <a:endParaRPr lang="en-US" altLang="en-US"/>
          </a:p>
        </p:txBody>
      </p:sp>
    </p:spTree>
    <p:extLst>
      <p:ext uri="{BB962C8B-B14F-4D97-AF65-F5344CB8AC3E}">
        <p14:creationId xmlns:p14="http://schemas.microsoft.com/office/powerpoint/2010/main" val="4586147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A738931-CAD3-4578-A383-D3BC68417F8A}" type="slidenum">
              <a:rPr lang="en-US" altLang="en-US"/>
              <a:pPr/>
              <a:t>‹#›</a:t>
            </a:fld>
            <a:endParaRPr lang="en-US" altLang="en-US"/>
          </a:p>
        </p:txBody>
      </p:sp>
    </p:spTree>
    <p:extLst>
      <p:ext uri="{BB962C8B-B14F-4D97-AF65-F5344CB8AC3E}">
        <p14:creationId xmlns:p14="http://schemas.microsoft.com/office/powerpoint/2010/main" val="6974842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BCEE1CA1-3819-49E0-BDCD-8352B075595E}" type="slidenum">
              <a:rPr lang="en-US" altLang="en-US"/>
              <a:pPr/>
              <a:t>‹#›</a:t>
            </a:fld>
            <a:endParaRPr lang="en-US" altLang="en-US"/>
          </a:p>
        </p:txBody>
      </p:sp>
    </p:spTree>
    <p:extLst>
      <p:ext uri="{BB962C8B-B14F-4D97-AF65-F5344CB8AC3E}">
        <p14:creationId xmlns:p14="http://schemas.microsoft.com/office/powerpoint/2010/main" val="2892879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C156F87-EA69-440E-8FE9-8B612F8E628D}" type="slidenum">
              <a:rPr lang="en-US" altLang="en-US"/>
              <a:pPr/>
              <a:t>‹#›</a:t>
            </a:fld>
            <a:endParaRPr lang="en-US" altLang="en-US"/>
          </a:p>
        </p:txBody>
      </p:sp>
    </p:spTree>
    <p:extLst>
      <p:ext uri="{BB962C8B-B14F-4D97-AF65-F5344CB8AC3E}">
        <p14:creationId xmlns:p14="http://schemas.microsoft.com/office/powerpoint/2010/main" val="28293536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FBD3D993-0B7A-460E-B843-CA33499031BE}" type="slidenum">
              <a:rPr lang="en-US" altLang="en-US"/>
              <a:pPr/>
              <a:t>‹#›</a:t>
            </a:fld>
            <a:endParaRPr lang="en-US" altLang="en-US"/>
          </a:p>
        </p:txBody>
      </p:sp>
    </p:spTree>
    <p:extLst>
      <p:ext uri="{BB962C8B-B14F-4D97-AF65-F5344CB8AC3E}">
        <p14:creationId xmlns:p14="http://schemas.microsoft.com/office/powerpoint/2010/main" val="3993052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F4C25C4E-C6BB-42C4-A988-A6E370F81A72}" type="slidenum">
              <a:rPr lang="en-US" altLang="en-US"/>
              <a:pPr/>
              <a:t>‹#›</a:t>
            </a:fld>
            <a:endParaRPr lang="en-US" altLang="en-US"/>
          </a:p>
        </p:txBody>
      </p:sp>
    </p:spTree>
    <p:extLst>
      <p:ext uri="{BB962C8B-B14F-4D97-AF65-F5344CB8AC3E}">
        <p14:creationId xmlns:p14="http://schemas.microsoft.com/office/powerpoint/2010/main" val="11144448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011963A-2CF9-4C08-B5A0-81A9CC59804A}" type="slidenum">
              <a:rPr lang="en-US" altLang="en-US"/>
              <a:pPr/>
              <a:t>‹#›</a:t>
            </a:fld>
            <a:endParaRPr lang="en-US" altLang="en-US"/>
          </a:p>
        </p:txBody>
      </p:sp>
    </p:spTree>
    <p:extLst>
      <p:ext uri="{BB962C8B-B14F-4D97-AF65-F5344CB8AC3E}">
        <p14:creationId xmlns:p14="http://schemas.microsoft.com/office/powerpoint/2010/main" val="3393955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887C1E1-6616-403B-9944-70EF564A5308}" type="slidenum">
              <a:rPr lang="en-US" altLang="en-US"/>
              <a:pPr/>
              <a:t>‹#›</a:t>
            </a:fld>
            <a:endParaRPr lang="en-US" altLang="en-US"/>
          </a:p>
        </p:txBody>
      </p:sp>
    </p:spTree>
    <p:extLst>
      <p:ext uri="{BB962C8B-B14F-4D97-AF65-F5344CB8AC3E}">
        <p14:creationId xmlns:p14="http://schemas.microsoft.com/office/powerpoint/2010/main" val="22826330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822A8A2-16AA-465C-AEA3-7F98FA78DBC0}" type="slidenum">
              <a:rPr lang="en-US" altLang="en-US"/>
              <a:pPr/>
              <a:t>‹#›</a:t>
            </a:fld>
            <a:endParaRPr lang="en-US" altLang="en-US"/>
          </a:p>
        </p:txBody>
      </p:sp>
    </p:spTree>
    <p:extLst>
      <p:ext uri="{BB962C8B-B14F-4D97-AF65-F5344CB8AC3E}">
        <p14:creationId xmlns:p14="http://schemas.microsoft.com/office/powerpoint/2010/main" val="11481544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CD640A4-C792-460E-87CE-7B25B89A89DC}" type="slidenum">
              <a:rPr lang="en-US" altLang="en-US"/>
              <a:pPr/>
              <a:t>‹#›</a:t>
            </a:fld>
            <a:endParaRPr lang="en-US" altLang="en-US"/>
          </a:p>
        </p:txBody>
      </p:sp>
    </p:spTree>
    <p:extLst>
      <p:ext uri="{BB962C8B-B14F-4D97-AF65-F5344CB8AC3E}">
        <p14:creationId xmlns:p14="http://schemas.microsoft.com/office/powerpoint/2010/main" val="36924652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E3A1E76-26CD-4890-802B-3F6E5776CABC}" type="slidenum">
              <a:rPr lang="en-US" altLang="en-US"/>
              <a:pPr/>
              <a:t>‹#›</a:t>
            </a:fld>
            <a:endParaRPr lang="en-US" altLang="en-US"/>
          </a:p>
        </p:txBody>
      </p:sp>
    </p:spTree>
    <p:extLst>
      <p:ext uri="{BB962C8B-B14F-4D97-AF65-F5344CB8AC3E}">
        <p14:creationId xmlns:p14="http://schemas.microsoft.com/office/powerpoint/2010/main" val="38748308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3AF4251-73DD-4FE0-AC9E-9E3A03BCFAB2}" type="slidenum">
              <a:rPr lang="en-US" altLang="en-US"/>
              <a:pPr/>
              <a:t>‹#›</a:t>
            </a:fld>
            <a:endParaRPr lang="en-US" altLang="en-US"/>
          </a:p>
        </p:txBody>
      </p:sp>
    </p:spTree>
    <p:extLst>
      <p:ext uri="{BB962C8B-B14F-4D97-AF65-F5344CB8AC3E}">
        <p14:creationId xmlns:p14="http://schemas.microsoft.com/office/powerpoint/2010/main" val="12569921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4CB20B4-70C0-4C75-A721-A6918B824557}" type="slidenum">
              <a:rPr lang="en-US" altLang="en-US"/>
              <a:pPr/>
              <a:t>‹#›</a:t>
            </a:fld>
            <a:endParaRPr lang="en-US" altLang="en-US"/>
          </a:p>
        </p:txBody>
      </p:sp>
    </p:spTree>
    <p:extLst>
      <p:ext uri="{BB962C8B-B14F-4D97-AF65-F5344CB8AC3E}">
        <p14:creationId xmlns:p14="http://schemas.microsoft.com/office/powerpoint/2010/main" val="30696107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8E890038-F859-45A2-BFE8-639053136FE3}" type="slidenum">
              <a:rPr lang="en-US" altLang="en-US"/>
              <a:pPr/>
              <a:t>‹#›</a:t>
            </a:fld>
            <a:endParaRPr lang="en-US" altLang="en-US"/>
          </a:p>
        </p:txBody>
      </p:sp>
    </p:spTree>
    <p:extLst>
      <p:ext uri="{BB962C8B-B14F-4D97-AF65-F5344CB8AC3E}">
        <p14:creationId xmlns:p14="http://schemas.microsoft.com/office/powerpoint/2010/main" val="16039395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58DBE9FB-7012-4690-9CD8-FBE464C6E340}" type="slidenum">
              <a:rPr lang="en-US" altLang="en-US"/>
              <a:pPr/>
              <a:t>‹#›</a:t>
            </a:fld>
            <a:endParaRPr lang="en-US" altLang="en-US"/>
          </a:p>
        </p:txBody>
      </p:sp>
    </p:spTree>
    <p:extLst>
      <p:ext uri="{BB962C8B-B14F-4D97-AF65-F5344CB8AC3E}">
        <p14:creationId xmlns:p14="http://schemas.microsoft.com/office/powerpoint/2010/main" val="1890492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DD246BE4-6351-4AD8-A7F6-EC0FA018AD33}" type="slidenum">
              <a:rPr lang="en-US" altLang="en-US"/>
              <a:pPr/>
              <a:t>‹#›</a:t>
            </a:fld>
            <a:endParaRPr lang="en-US" altLang="en-US"/>
          </a:p>
        </p:txBody>
      </p:sp>
    </p:spTree>
    <p:extLst>
      <p:ext uri="{BB962C8B-B14F-4D97-AF65-F5344CB8AC3E}">
        <p14:creationId xmlns:p14="http://schemas.microsoft.com/office/powerpoint/2010/main" val="35839457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D74FD98-583D-4E56-ADCC-11EA4AD49DE8}" type="slidenum">
              <a:rPr lang="en-US" altLang="en-US"/>
              <a:pPr/>
              <a:t>‹#›</a:t>
            </a:fld>
            <a:endParaRPr lang="en-US" altLang="en-US"/>
          </a:p>
        </p:txBody>
      </p:sp>
    </p:spTree>
    <p:extLst>
      <p:ext uri="{BB962C8B-B14F-4D97-AF65-F5344CB8AC3E}">
        <p14:creationId xmlns:p14="http://schemas.microsoft.com/office/powerpoint/2010/main" val="12623794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6EA4058-DCD1-4474-B904-E59A123C145D}" type="slidenum">
              <a:rPr lang="en-US" altLang="en-US"/>
              <a:pPr/>
              <a:t>‹#›</a:t>
            </a:fld>
            <a:endParaRPr lang="en-US" altLang="en-US"/>
          </a:p>
        </p:txBody>
      </p:sp>
    </p:spTree>
    <p:extLst>
      <p:ext uri="{BB962C8B-B14F-4D97-AF65-F5344CB8AC3E}">
        <p14:creationId xmlns:p14="http://schemas.microsoft.com/office/powerpoint/2010/main" val="37201651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CDEFAF7-AC2E-4AF6-9CAE-F4F4CFC4FF64}" type="slidenum">
              <a:rPr lang="en-US" altLang="en-US"/>
              <a:pPr/>
              <a:t>‹#›</a:t>
            </a:fld>
            <a:endParaRPr lang="en-US" altLang="en-US"/>
          </a:p>
        </p:txBody>
      </p:sp>
    </p:spTree>
    <p:extLst>
      <p:ext uri="{BB962C8B-B14F-4D97-AF65-F5344CB8AC3E}">
        <p14:creationId xmlns:p14="http://schemas.microsoft.com/office/powerpoint/2010/main" val="38856221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13395E6-DF22-4BDD-B7AE-D6A414A5A37F}" type="slidenum">
              <a:rPr lang="en-US" altLang="en-US"/>
              <a:pPr/>
              <a:t>‹#›</a:t>
            </a:fld>
            <a:endParaRPr lang="en-US" altLang="en-US"/>
          </a:p>
        </p:txBody>
      </p:sp>
    </p:spTree>
    <p:extLst>
      <p:ext uri="{BB962C8B-B14F-4D97-AF65-F5344CB8AC3E}">
        <p14:creationId xmlns:p14="http://schemas.microsoft.com/office/powerpoint/2010/main" val="12823538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D5CE7314-ED87-43A6-85F1-F41A15D61303}"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1358420163"/>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2DAAEA25-94DD-4B5B-B30B-01A64EAFF37D}" type="slidenum">
              <a:rPr lang="en-US" altLang="en-US"/>
              <a:pPr/>
              <a:t>‹#›</a:t>
            </a:fld>
            <a:endParaRPr lang="en-US" altLang="en-US"/>
          </a:p>
        </p:txBody>
      </p:sp>
    </p:spTree>
    <p:extLst>
      <p:ext uri="{BB962C8B-B14F-4D97-AF65-F5344CB8AC3E}">
        <p14:creationId xmlns:p14="http://schemas.microsoft.com/office/powerpoint/2010/main" val="2384999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7E73CAC-2D4C-4000-BC32-519C8533F22C}" type="slidenum">
              <a:rPr lang="en-US" altLang="en-US"/>
              <a:pPr/>
              <a:t>‹#›</a:t>
            </a:fld>
            <a:endParaRPr lang="en-US" altLang="en-US"/>
          </a:p>
        </p:txBody>
      </p:sp>
    </p:spTree>
    <p:extLst>
      <p:ext uri="{BB962C8B-B14F-4D97-AF65-F5344CB8AC3E}">
        <p14:creationId xmlns:p14="http://schemas.microsoft.com/office/powerpoint/2010/main" val="32888147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C5926F6E-9B89-417C-9BB5-9EC1840B7C75}" type="slidenum">
              <a:rPr lang="en-US" altLang="en-US"/>
              <a:pPr/>
              <a:t>‹#›</a:t>
            </a:fld>
            <a:endParaRPr lang="en-US" altLang="en-US"/>
          </a:p>
        </p:txBody>
      </p:sp>
    </p:spTree>
    <p:extLst>
      <p:ext uri="{BB962C8B-B14F-4D97-AF65-F5344CB8AC3E}">
        <p14:creationId xmlns:p14="http://schemas.microsoft.com/office/powerpoint/2010/main" val="20434225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D00BC31A-1B72-493F-913C-6D0AB2DA9E2D}" type="slidenum">
              <a:rPr lang="en-US" altLang="en-US"/>
              <a:pPr/>
              <a:t>‹#›</a:t>
            </a:fld>
            <a:endParaRPr lang="en-US" altLang="en-US"/>
          </a:p>
        </p:txBody>
      </p:sp>
    </p:spTree>
    <p:extLst>
      <p:ext uri="{BB962C8B-B14F-4D97-AF65-F5344CB8AC3E}">
        <p14:creationId xmlns:p14="http://schemas.microsoft.com/office/powerpoint/2010/main" val="31880138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4B1ACE9F-EF4E-4F6F-A7D2-401DD9B7ACED}" type="slidenum">
              <a:rPr lang="en-US" altLang="en-US"/>
              <a:pPr/>
              <a:t>‹#›</a:t>
            </a:fld>
            <a:endParaRPr lang="en-US" altLang="en-US"/>
          </a:p>
        </p:txBody>
      </p:sp>
    </p:spTree>
    <p:extLst>
      <p:ext uri="{BB962C8B-B14F-4D97-AF65-F5344CB8AC3E}">
        <p14:creationId xmlns:p14="http://schemas.microsoft.com/office/powerpoint/2010/main" val="42487180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B5DF55EB-6AC0-48D6-B514-03F037E6A915}" type="slidenum">
              <a:rPr lang="en-US" altLang="en-US"/>
              <a:pPr/>
              <a:t>‹#›</a:t>
            </a:fld>
            <a:endParaRPr lang="en-US" altLang="en-US"/>
          </a:p>
        </p:txBody>
      </p:sp>
    </p:spTree>
    <p:extLst>
      <p:ext uri="{BB962C8B-B14F-4D97-AF65-F5344CB8AC3E}">
        <p14:creationId xmlns:p14="http://schemas.microsoft.com/office/powerpoint/2010/main" val="2925318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D169CC49-40A0-48E0-9FA6-1CAAD4C9573F}" type="slidenum">
              <a:rPr lang="en-US" altLang="en-US"/>
              <a:pPr/>
              <a:t>‹#›</a:t>
            </a:fld>
            <a:endParaRPr lang="en-US" altLang="en-US"/>
          </a:p>
        </p:txBody>
      </p:sp>
    </p:spTree>
    <p:extLst>
      <p:ext uri="{BB962C8B-B14F-4D97-AF65-F5344CB8AC3E}">
        <p14:creationId xmlns:p14="http://schemas.microsoft.com/office/powerpoint/2010/main" val="30245653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72254EAA-F604-4255-BF8D-31840F91DD92}" type="slidenum">
              <a:rPr lang="en-US" altLang="en-US"/>
              <a:pPr/>
              <a:t>‹#›</a:t>
            </a:fld>
            <a:endParaRPr lang="en-US" altLang="en-US"/>
          </a:p>
        </p:txBody>
      </p:sp>
    </p:spTree>
    <p:extLst>
      <p:ext uri="{BB962C8B-B14F-4D97-AF65-F5344CB8AC3E}">
        <p14:creationId xmlns:p14="http://schemas.microsoft.com/office/powerpoint/2010/main" val="102275397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CC24F2BF-689E-481B-9BE3-EB597319D0F1}" type="slidenum">
              <a:rPr lang="en-US" altLang="en-US"/>
              <a:pPr/>
              <a:t>‹#›</a:t>
            </a:fld>
            <a:endParaRPr lang="en-US" altLang="en-US"/>
          </a:p>
        </p:txBody>
      </p:sp>
    </p:spTree>
    <p:extLst>
      <p:ext uri="{BB962C8B-B14F-4D97-AF65-F5344CB8AC3E}">
        <p14:creationId xmlns:p14="http://schemas.microsoft.com/office/powerpoint/2010/main" val="8089712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551742EA-7327-4772-9A29-ED5C3241A42E}" type="slidenum">
              <a:rPr lang="en-US" altLang="en-US"/>
              <a:pPr/>
              <a:t>‹#›</a:t>
            </a:fld>
            <a:endParaRPr lang="en-US" altLang="en-US"/>
          </a:p>
        </p:txBody>
      </p:sp>
    </p:spTree>
    <p:extLst>
      <p:ext uri="{BB962C8B-B14F-4D97-AF65-F5344CB8AC3E}">
        <p14:creationId xmlns:p14="http://schemas.microsoft.com/office/powerpoint/2010/main" val="13109127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2381CE01-7800-4E0C-9113-FD39E3F8BFC6}" type="slidenum">
              <a:rPr lang="en-US" altLang="en-US"/>
              <a:pPr/>
              <a:t>‹#›</a:t>
            </a:fld>
            <a:endParaRPr lang="en-US" altLang="en-US"/>
          </a:p>
        </p:txBody>
      </p:sp>
    </p:spTree>
    <p:extLst>
      <p:ext uri="{BB962C8B-B14F-4D97-AF65-F5344CB8AC3E}">
        <p14:creationId xmlns:p14="http://schemas.microsoft.com/office/powerpoint/2010/main" val="22734903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D44706C-12F6-4150-B9F7-0E5CE698B744}" type="slidenum">
              <a:rPr lang="en-US" altLang="en-US"/>
              <a:pPr/>
              <a:t>‹#›</a:t>
            </a:fld>
            <a:endParaRPr lang="en-US" altLang="en-US"/>
          </a:p>
        </p:txBody>
      </p:sp>
    </p:spTree>
    <p:extLst>
      <p:ext uri="{BB962C8B-B14F-4D97-AF65-F5344CB8AC3E}">
        <p14:creationId xmlns:p14="http://schemas.microsoft.com/office/powerpoint/2010/main" val="3160841133"/>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13F7B80-AAB0-4B69-AC2B-AC72EFDFB72B}" type="slidenum">
              <a:rPr lang="en-US" altLang="en-US"/>
              <a:pPr/>
              <a:t>‹#›</a:t>
            </a:fld>
            <a:endParaRPr lang="en-US" altLang="en-US"/>
          </a:p>
        </p:txBody>
      </p:sp>
    </p:spTree>
    <p:extLst>
      <p:ext uri="{BB962C8B-B14F-4D97-AF65-F5344CB8AC3E}">
        <p14:creationId xmlns:p14="http://schemas.microsoft.com/office/powerpoint/2010/main" val="2941594070"/>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8152579-1DBC-4161-BFE3-D3420AB2B509}" type="slidenum">
              <a:rPr lang="en-US" altLang="en-US"/>
              <a:pPr/>
              <a:t>‹#›</a:t>
            </a:fld>
            <a:endParaRPr lang="en-US" altLang="en-US"/>
          </a:p>
        </p:txBody>
      </p:sp>
    </p:spTree>
    <p:extLst>
      <p:ext uri="{BB962C8B-B14F-4D97-AF65-F5344CB8AC3E}">
        <p14:creationId xmlns:p14="http://schemas.microsoft.com/office/powerpoint/2010/main" val="1309709756"/>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90895CF-1324-48CF-B74A-4D0B9F81E9ED}" type="slidenum">
              <a:rPr lang="en-US" altLang="en-US"/>
              <a:pPr/>
              <a:t>‹#›</a:t>
            </a:fld>
            <a:endParaRPr lang="en-US" altLang="en-US"/>
          </a:p>
        </p:txBody>
      </p:sp>
    </p:spTree>
    <p:extLst>
      <p:ext uri="{BB962C8B-B14F-4D97-AF65-F5344CB8AC3E}">
        <p14:creationId xmlns:p14="http://schemas.microsoft.com/office/powerpoint/2010/main" val="368942794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C03E2747-0D05-462B-A2E1-835294B97B19}" type="slidenum">
              <a:rPr lang="en-US" altLang="en-US"/>
              <a:pPr/>
              <a:t>‹#›</a:t>
            </a:fld>
            <a:endParaRPr lang="en-US" altLang="en-US"/>
          </a:p>
        </p:txBody>
      </p:sp>
    </p:spTree>
    <p:extLst>
      <p:ext uri="{BB962C8B-B14F-4D97-AF65-F5344CB8AC3E}">
        <p14:creationId xmlns:p14="http://schemas.microsoft.com/office/powerpoint/2010/main" val="4205671427"/>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16A483BE-0B1F-4D68-9494-7ED820FF49E3}" type="slidenum">
              <a:rPr lang="en-US" altLang="en-US"/>
              <a:pPr/>
              <a:t>‹#›</a:t>
            </a:fld>
            <a:endParaRPr lang="en-US" altLang="en-US"/>
          </a:p>
        </p:txBody>
      </p:sp>
    </p:spTree>
    <p:extLst>
      <p:ext uri="{BB962C8B-B14F-4D97-AF65-F5344CB8AC3E}">
        <p14:creationId xmlns:p14="http://schemas.microsoft.com/office/powerpoint/2010/main" val="3470983262"/>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347244DB-76DB-4A89-891D-9C457BFFE9EE}" type="slidenum">
              <a:rPr lang="en-US" altLang="en-US"/>
              <a:pPr/>
              <a:t>‹#›</a:t>
            </a:fld>
            <a:endParaRPr lang="en-US" altLang="en-US"/>
          </a:p>
        </p:txBody>
      </p:sp>
    </p:spTree>
    <p:extLst>
      <p:ext uri="{BB962C8B-B14F-4D97-AF65-F5344CB8AC3E}">
        <p14:creationId xmlns:p14="http://schemas.microsoft.com/office/powerpoint/2010/main" val="666014745"/>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1CD8DD8-E138-4B18-92D5-3F42BABB0684}" type="slidenum">
              <a:rPr lang="en-US" altLang="en-US"/>
              <a:pPr/>
              <a:t>‹#›</a:t>
            </a:fld>
            <a:endParaRPr lang="en-US" altLang="en-US"/>
          </a:p>
        </p:txBody>
      </p:sp>
    </p:spTree>
    <p:extLst>
      <p:ext uri="{BB962C8B-B14F-4D97-AF65-F5344CB8AC3E}">
        <p14:creationId xmlns:p14="http://schemas.microsoft.com/office/powerpoint/2010/main" val="181230494"/>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92A455E-7E25-408B-8255-A9AEEEC29518}" type="slidenum">
              <a:rPr lang="en-US" altLang="en-US"/>
              <a:pPr/>
              <a:t>‹#›</a:t>
            </a:fld>
            <a:endParaRPr lang="en-US" altLang="en-US"/>
          </a:p>
        </p:txBody>
      </p:sp>
    </p:spTree>
    <p:extLst>
      <p:ext uri="{BB962C8B-B14F-4D97-AF65-F5344CB8AC3E}">
        <p14:creationId xmlns:p14="http://schemas.microsoft.com/office/powerpoint/2010/main" val="2014797250"/>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F988EE4-5717-4678-BBD0-D6BACBF36A49}" type="slidenum">
              <a:rPr lang="en-US" altLang="en-US"/>
              <a:pPr/>
              <a:t>‹#›</a:t>
            </a:fld>
            <a:endParaRPr lang="en-US" altLang="en-US"/>
          </a:p>
        </p:txBody>
      </p:sp>
    </p:spTree>
    <p:extLst>
      <p:ext uri="{BB962C8B-B14F-4D97-AF65-F5344CB8AC3E}">
        <p14:creationId xmlns:p14="http://schemas.microsoft.com/office/powerpoint/2010/main" val="4199408809"/>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1F27EF8-E289-42CC-A2B3-F9B41FC85C08}" type="slidenum">
              <a:rPr lang="en-US" altLang="en-US"/>
              <a:pPr/>
              <a:t>‹#›</a:t>
            </a:fld>
            <a:endParaRPr lang="en-US" altLang="en-US"/>
          </a:p>
        </p:txBody>
      </p:sp>
    </p:spTree>
    <p:extLst>
      <p:ext uri="{BB962C8B-B14F-4D97-AF65-F5344CB8AC3E}">
        <p14:creationId xmlns:p14="http://schemas.microsoft.com/office/powerpoint/2010/main" val="293635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E42594A-E05C-42BF-B581-175F2B362C8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35937643-988B-4626-9E89-F3BB218DD31D}"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2C690A02-6C70-4B26-B763-427CFA0DA1D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BD00E4B0-1CD4-491F-8ADE-0047A7F000A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0C9BB425-BB47-4203-BAAB-431658205597}"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BBC97346-ABB4-49E1-992E-1885EC9A7CD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2F92DE12-5A0F-481B-A561-D2861CD5DC9C}"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2026-07-09T09:33:35Z</dcterms:modified>
</cp:coreProperties>
</file>