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F63FE05-84D0-45AE-AD0D-12A7BA9AA7D6}" type="slidenum">
              <a:rPr lang="en-US" altLang="en-US"/>
              <a:pPr/>
              <a:t>‹#›</a:t>
            </a:fld>
            <a:endParaRPr lang="en-US" altLang="en-US"/>
          </a:p>
        </p:txBody>
      </p:sp>
    </p:spTree>
    <p:extLst>
      <p:ext uri="{BB962C8B-B14F-4D97-AF65-F5344CB8AC3E}">
        <p14:creationId xmlns:p14="http://schemas.microsoft.com/office/powerpoint/2010/main" val="9348019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1ACC130-6F4D-4C4D-9462-B87CE49B2BE7}"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87681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59CD62C-58EB-488D-AD44-0ED4C3FC959F}"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2324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FF869EF-D427-40EF-BBE1-A2DAF93C03F3}"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97277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8919D5F-43F5-45A4-8831-67A8B640C36A}"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021282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1DA871C-6113-4614-8760-E4670B52139F}"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80795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0AE5D23-8C46-4FEA-AB05-6DF2748840F5}"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2309692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58E7A61-E667-43A5-B1ED-BF73E72639B3}"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32834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54B360C-B41E-45CF-A242-BA459A496E92}"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993182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BC05AF4-9DD6-4AC3-A83C-23D7028DDA47}"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04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EC6439C-A0D6-4D92-AAAF-C88FF273761A}"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39355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0792407-4074-4DEE-B44D-6501F94C0B42}"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20758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9672266-01CC-4C9C-97C6-7D9EB592D74A}"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41990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E9D22D9-95E1-4970-8461-60D442C780DF}"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479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00A8F5D-656C-4E98-A28C-CF879EE3C61E}"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467305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97F4C5D-A3D6-4200-8363-7124F74252E9}"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49672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672DEFE-EB19-472B-A9E0-EA689C28A9B9}"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450251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93F4E42-AB3A-4C51-92E2-6F3CC8647459}" type="slidenum">
              <a:rPr lang="en-US" altLang="en-US" sz="1200"/>
              <a:pPr eaLnBrk="1" hangingPunct="1"/>
              <a:t>18</a:t>
            </a:fld>
            <a:endParaRPr lang="en-US" altLang="en-US" sz="1200"/>
          </a:p>
        </p:txBody>
      </p:sp>
    </p:spTree>
    <p:extLst>
      <p:ext uri="{BB962C8B-B14F-4D97-AF65-F5344CB8AC3E}">
        <p14:creationId xmlns:p14="http://schemas.microsoft.com/office/powerpoint/2010/main" val="594258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2E7AC74-4276-4FD2-8509-FD37F80180B8}"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259535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D969B1E-5119-437E-B837-EDB6B25B4DEC}" type="slidenum">
              <a:rPr lang="en-US" altLang="en-US" sz="1200"/>
              <a:pPr eaLnBrk="1" hangingPunct="1"/>
              <a:t>20</a:t>
            </a:fld>
            <a:endParaRPr lang="en-US" altLang="en-US" sz="1200"/>
          </a:p>
        </p:txBody>
      </p:sp>
    </p:spTree>
    <p:extLst>
      <p:ext uri="{BB962C8B-B14F-4D97-AF65-F5344CB8AC3E}">
        <p14:creationId xmlns:p14="http://schemas.microsoft.com/office/powerpoint/2010/main" val="61894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58AF27E-1C63-452A-A815-D58EB51B23B4}"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720048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45C83C3-D690-4605-A73E-C9A1BF7C5BB6}" type="slidenum">
              <a:rPr lang="en-US" altLang="en-US" sz="1200"/>
              <a:pPr eaLnBrk="1" hangingPunct="1"/>
              <a:t>23</a:t>
            </a:fld>
            <a:endParaRPr lang="en-US" altLang="en-US" sz="1200"/>
          </a:p>
        </p:txBody>
      </p:sp>
    </p:spTree>
    <p:extLst>
      <p:ext uri="{BB962C8B-B14F-4D97-AF65-F5344CB8AC3E}">
        <p14:creationId xmlns:p14="http://schemas.microsoft.com/office/powerpoint/2010/main" val="2325437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4CC0F3E-50DA-4008-AA9F-BE5F0B9F8314}"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714149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5653F87-8D4F-4667-8079-1C7474648A08}"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1172528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3980A7A-1F66-4831-9E57-323B5CB78462}" type="slidenum">
              <a:rPr lang="en-US" altLang="en-US" sz="1200"/>
              <a:pPr eaLnBrk="1" hangingPunct="1"/>
              <a:t>26</a:t>
            </a:fld>
            <a:endParaRPr lang="en-US" altLang="en-US" sz="1200"/>
          </a:p>
        </p:txBody>
      </p:sp>
    </p:spTree>
    <p:extLst>
      <p:ext uri="{BB962C8B-B14F-4D97-AF65-F5344CB8AC3E}">
        <p14:creationId xmlns:p14="http://schemas.microsoft.com/office/powerpoint/2010/main" val="3526087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C510052-0E66-4DF3-BBCD-86941F29CB42}"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26711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52FADD8-1E79-4BD2-AEB6-6B280FC04210}"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7333653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9B0CE50-92D6-47AA-B676-97388ABA7D50}"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85855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792EE7E-C621-42E3-AA2F-88D624138955}"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3549469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6593838-9CC3-4921-BDA5-2C342C6F8DCE}" type="slidenum">
              <a:rPr lang="en-US" altLang="en-US" sz="1200"/>
              <a:pPr eaLnBrk="1" hangingPunct="1"/>
              <a:t>31</a:t>
            </a:fld>
            <a:endParaRPr lang="en-US" altLang="en-US" sz="1200"/>
          </a:p>
        </p:txBody>
      </p:sp>
    </p:spTree>
    <p:extLst>
      <p:ext uri="{BB962C8B-B14F-4D97-AF65-F5344CB8AC3E}">
        <p14:creationId xmlns:p14="http://schemas.microsoft.com/office/powerpoint/2010/main" val="2928183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5723083-F1B4-428B-972B-29763B9D350D}" type="slidenum">
              <a:rPr lang="en-US" altLang="en-US"/>
              <a:pPr/>
              <a:t>‹#›</a:t>
            </a:fld>
            <a:endParaRPr lang="en-US" altLang="en-US"/>
          </a:p>
        </p:txBody>
      </p:sp>
    </p:spTree>
    <p:extLst>
      <p:ext uri="{BB962C8B-B14F-4D97-AF65-F5344CB8AC3E}">
        <p14:creationId xmlns:p14="http://schemas.microsoft.com/office/powerpoint/2010/main" val="91983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6C7D5E7-BC42-4429-BDD2-1453821CEFC0}" type="slidenum">
              <a:rPr lang="en-US" altLang="en-US"/>
              <a:pPr/>
              <a:t>‹#›</a:t>
            </a:fld>
            <a:endParaRPr lang="en-US" altLang="en-US"/>
          </a:p>
        </p:txBody>
      </p:sp>
    </p:spTree>
    <p:extLst>
      <p:ext uri="{BB962C8B-B14F-4D97-AF65-F5344CB8AC3E}">
        <p14:creationId xmlns:p14="http://schemas.microsoft.com/office/powerpoint/2010/main" val="133848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11BDE63-8F12-466E-971F-F14700E4E2AF}" type="slidenum">
              <a:rPr lang="en-US" altLang="en-US"/>
              <a:pPr/>
              <a:t>‹#›</a:t>
            </a:fld>
            <a:endParaRPr lang="en-US" altLang="en-US"/>
          </a:p>
        </p:txBody>
      </p:sp>
    </p:spTree>
    <p:extLst>
      <p:ext uri="{BB962C8B-B14F-4D97-AF65-F5344CB8AC3E}">
        <p14:creationId xmlns:p14="http://schemas.microsoft.com/office/powerpoint/2010/main" val="221256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5938ACB-DA3D-4662-A8BD-C19B9952BCD8}" type="slidenum">
              <a:rPr lang="en-US" altLang="en-US"/>
              <a:pPr/>
              <a:t>‹#›</a:t>
            </a:fld>
            <a:endParaRPr lang="en-US" altLang="en-US"/>
          </a:p>
        </p:txBody>
      </p:sp>
    </p:spTree>
    <p:extLst>
      <p:ext uri="{BB962C8B-B14F-4D97-AF65-F5344CB8AC3E}">
        <p14:creationId xmlns:p14="http://schemas.microsoft.com/office/powerpoint/2010/main" val="529057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B7E4DAFD-CF1E-49AD-90BC-3813B179E430}" type="slidenum">
              <a:rPr lang="en-US" altLang="en-US"/>
              <a:pPr/>
              <a:t>‹#›</a:t>
            </a:fld>
            <a:endParaRPr lang="en-US" altLang="en-US"/>
          </a:p>
        </p:txBody>
      </p:sp>
    </p:spTree>
    <p:extLst>
      <p:ext uri="{BB962C8B-B14F-4D97-AF65-F5344CB8AC3E}">
        <p14:creationId xmlns:p14="http://schemas.microsoft.com/office/powerpoint/2010/main" val="3400121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4F6D8B6A-5757-467C-8C92-9BC881733D29}" type="slidenum">
              <a:rPr lang="en-US" altLang="en-US"/>
              <a:pPr/>
              <a:t>‹#›</a:t>
            </a:fld>
            <a:endParaRPr lang="en-US" altLang="en-US"/>
          </a:p>
        </p:txBody>
      </p:sp>
    </p:spTree>
    <p:extLst>
      <p:ext uri="{BB962C8B-B14F-4D97-AF65-F5344CB8AC3E}">
        <p14:creationId xmlns:p14="http://schemas.microsoft.com/office/powerpoint/2010/main" val="118018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D5F7CB1-B227-4DAF-AB13-9BB4A08DE24B}" type="slidenum">
              <a:rPr lang="en-US" altLang="en-US"/>
              <a:pPr/>
              <a:t>‹#›</a:t>
            </a:fld>
            <a:endParaRPr lang="en-US" altLang="en-US"/>
          </a:p>
        </p:txBody>
      </p:sp>
    </p:spTree>
    <p:extLst>
      <p:ext uri="{BB962C8B-B14F-4D97-AF65-F5344CB8AC3E}">
        <p14:creationId xmlns:p14="http://schemas.microsoft.com/office/powerpoint/2010/main" val="4019665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BB56F3F-2B5A-4995-95B0-ED3EE64E6252}" type="slidenum">
              <a:rPr lang="en-US" altLang="en-US"/>
              <a:pPr/>
              <a:t>‹#›</a:t>
            </a:fld>
            <a:endParaRPr lang="en-US" altLang="en-US"/>
          </a:p>
        </p:txBody>
      </p:sp>
    </p:spTree>
    <p:extLst>
      <p:ext uri="{BB962C8B-B14F-4D97-AF65-F5344CB8AC3E}">
        <p14:creationId xmlns:p14="http://schemas.microsoft.com/office/powerpoint/2010/main" val="115154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BC04888-1AD6-44B0-89F2-F6636B7CC7E1}" type="slidenum">
              <a:rPr lang="en-US" altLang="en-US"/>
              <a:pPr/>
              <a:t>‹#›</a:t>
            </a:fld>
            <a:endParaRPr lang="en-US" altLang="en-US"/>
          </a:p>
        </p:txBody>
      </p:sp>
    </p:spTree>
    <p:extLst>
      <p:ext uri="{BB962C8B-B14F-4D97-AF65-F5344CB8AC3E}">
        <p14:creationId xmlns:p14="http://schemas.microsoft.com/office/powerpoint/2010/main" val="4191138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3236FB7-17A9-4FDB-A201-AB122F7E0C1F}" type="slidenum">
              <a:rPr lang="en-US" altLang="en-US"/>
              <a:pPr/>
              <a:t>‹#›</a:t>
            </a:fld>
            <a:endParaRPr lang="en-US" altLang="en-US"/>
          </a:p>
        </p:txBody>
      </p:sp>
    </p:spTree>
    <p:extLst>
      <p:ext uri="{BB962C8B-B14F-4D97-AF65-F5344CB8AC3E}">
        <p14:creationId xmlns:p14="http://schemas.microsoft.com/office/powerpoint/2010/main" val="3459973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3747BEC-C5E4-4ACF-8366-A34EB65E14C9}" type="slidenum">
              <a:rPr lang="en-US" altLang="en-US"/>
              <a:pPr/>
              <a:t>‹#›</a:t>
            </a:fld>
            <a:endParaRPr lang="en-US" altLang="en-US"/>
          </a:p>
        </p:txBody>
      </p:sp>
    </p:spTree>
    <p:extLst>
      <p:ext uri="{BB962C8B-B14F-4D97-AF65-F5344CB8AC3E}">
        <p14:creationId xmlns:p14="http://schemas.microsoft.com/office/powerpoint/2010/main" val="3189136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BC80254-7118-4178-8996-82434552B9B4}" type="slidenum">
              <a:rPr lang="en-US" altLang="en-US"/>
              <a:pPr/>
              <a:t>‹#›</a:t>
            </a:fld>
            <a:endParaRPr lang="en-US" altLang="en-US"/>
          </a:p>
        </p:txBody>
      </p:sp>
    </p:spTree>
    <p:extLst>
      <p:ext uri="{BB962C8B-B14F-4D97-AF65-F5344CB8AC3E}">
        <p14:creationId xmlns:p14="http://schemas.microsoft.com/office/powerpoint/2010/main" val="4134890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AA67A9A4-670F-45A4-B1CC-700D78B3BCDC}" type="slidenum">
              <a:rPr lang="en-US" altLang="en-US"/>
              <a:pPr/>
              <a:t>‹#›</a:t>
            </a:fld>
            <a:endParaRPr lang="en-US" altLang="en-US"/>
          </a:p>
        </p:txBody>
      </p:sp>
    </p:spTree>
    <p:extLst>
      <p:ext uri="{BB962C8B-B14F-4D97-AF65-F5344CB8AC3E}">
        <p14:creationId xmlns:p14="http://schemas.microsoft.com/office/powerpoint/2010/main" val="1884995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593325E5-9A74-4F00-B08D-9968FF66283C}" type="slidenum">
              <a:rPr lang="en-US" altLang="en-US"/>
              <a:pPr/>
              <a:t>‹#›</a:t>
            </a:fld>
            <a:endParaRPr lang="en-US" altLang="en-US"/>
          </a:p>
        </p:txBody>
      </p:sp>
    </p:spTree>
    <p:extLst>
      <p:ext uri="{BB962C8B-B14F-4D97-AF65-F5344CB8AC3E}">
        <p14:creationId xmlns:p14="http://schemas.microsoft.com/office/powerpoint/2010/main" val="889831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21F03C34-7B21-45F0-B744-C0E171A99F13}" type="slidenum">
              <a:rPr lang="en-US" altLang="en-US"/>
              <a:pPr/>
              <a:t>‹#›</a:t>
            </a:fld>
            <a:endParaRPr lang="en-US" altLang="en-US"/>
          </a:p>
        </p:txBody>
      </p:sp>
    </p:spTree>
    <p:extLst>
      <p:ext uri="{BB962C8B-B14F-4D97-AF65-F5344CB8AC3E}">
        <p14:creationId xmlns:p14="http://schemas.microsoft.com/office/powerpoint/2010/main" val="3147249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73C24ACB-0D15-4938-BB0C-25245CF2AEDA}" type="slidenum">
              <a:rPr lang="en-US" altLang="en-US"/>
              <a:pPr/>
              <a:t>‹#›</a:t>
            </a:fld>
            <a:endParaRPr lang="en-US" altLang="en-US"/>
          </a:p>
        </p:txBody>
      </p:sp>
    </p:spTree>
    <p:extLst>
      <p:ext uri="{BB962C8B-B14F-4D97-AF65-F5344CB8AC3E}">
        <p14:creationId xmlns:p14="http://schemas.microsoft.com/office/powerpoint/2010/main" val="654315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D0D16A02-A5EA-4E87-942F-60621CE85A3C}" type="slidenum">
              <a:rPr lang="en-US" altLang="en-US"/>
              <a:pPr/>
              <a:t>‹#›</a:t>
            </a:fld>
            <a:endParaRPr lang="en-US" altLang="en-US"/>
          </a:p>
        </p:txBody>
      </p:sp>
    </p:spTree>
    <p:extLst>
      <p:ext uri="{BB962C8B-B14F-4D97-AF65-F5344CB8AC3E}">
        <p14:creationId xmlns:p14="http://schemas.microsoft.com/office/powerpoint/2010/main" val="3304733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03FBEB8B-D365-470A-85BD-4C04AB6762C6}" type="slidenum">
              <a:rPr lang="en-US" altLang="en-US"/>
              <a:pPr/>
              <a:t>‹#›</a:t>
            </a:fld>
            <a:endParaRPr lang="en-US" altLang="en-US"/>
          </a:p>
        </p:txBody>
      </p:sp>
    </p:spTree>
    <p:extLst>
      <p:ext uri="{BB962C8B-B14F-4D97-AF65-F5344CB8AC3E}">
        <p14:creationId xmlns:p14="http://schemas.microsoft.com/office/powerpoint/2010/main" val="37706045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E444892F-D127-4E8C-B393-8FBC1A1A89DF}" type="slidenum">
              <a:rPr lang="en-US" altLang="en-US"/>
              <a:pPr/>
              <a:t>‹#›</a:t>
            </a:fld>
            <a:endParaRPr lang="en-US" altLang="en-US"/>
          </a:p>
        </p:txBody>
      </p:sp>
    </p:spTree>
    <p:extLst>
      <p:ext uri="{BB962C8B-B14F-4D97-AF65-F5344CB8AC3E}">
        <p14:creationId xmlns:p14="http://schemas.microsoft.com/office/powerpoint/2010/main" val="27845982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084DBA77-A814-433D-B0C7-ACD8F90B57F6}" type="slidenum">
              <a:rPr lang="en-US" altLang="en-US"/>
              <a:pPr/>
              <a:t>‹#›</a:t>
            </a:fld>
            <a:endParaRPr lang="en-US" altLang="en-US"/>
          </a:p>
        </p:txBody>
      </p:sp>
    </p:spTree>
    <p:extLst>
      <p:ext uri="{BB962C8B-B14F-4D97-AF65-F5344CB8AC3E}">
        <p14:creationId xmlns:p14="http://schemas.microsoft.com/office/powerpoint/2010/main" val="16783365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0A8B615A-1E25-4AA6-9981-98B4525C789A}" type="slidenum">
              <a:rPr lang="en-US" altLang="en-US"/>
              <a:pPr/>
              <a:t>‹#›</a:t>
            </a:fld>
            <a:endParaRPr lang="en-US" altLang="en-US"/>
          </a:p>
        </p:txBody>
      </p:sp>
    </p:spTree>
    <p:extLst>
      <p:ext uri="{BB962C8B-B14F-4D97-AF65-F5344CB8AC3E}">
        <p14:creationId xmlns:p14="http://schemas.microsoft.com/office/powerpoint/2010/main" val="3675044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1B80FD8-E5E7-49B6-A7F9-D050FE4A27E4}" type="slidenum">
              <a:rPr lang="en-US" altLang="en-US"/>
              <a:pPr/>
              <a:t>‹#›</a:t>
            </a:fld>
            <a:endParaRPr lang="en-US" altLang="en-US"/>
          </a:p>
        </p:txBody>
      </p:sp>
    </p:spTree>
    <p:extLst>
      <p:ext uri="{BB962C8B-B14F-4D97-AF65-F5344CB8AC3E}">
        <p14:creationId xmlns:p14="http://schemas.microsoft.com/office/powerpoint/2010/main" val="25811487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EB4C5F57-9A66-4A6C-9172-49734621B147}" type="slidenum">
              <a:rPr lang="en-US" altLang="en-US"/>
              <a:pPr/>
              <a:t>‹#›</a:t>
            </a:fld>
            <a:endParaRPr lang="en-US" altLang="en-US"/>
          </a:p>
        </p:txBody>
      </p:sp>
    </p:spTree>
    <p:extLst>
      <p:ext uri="{BB962C8B-B14F-4D97-AF65-F5344CB8AC3E}">
        <p14:creationId xmlns:p14="http://schemas.microsoft.com/office/powerpoint/2010/main" val="2517221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FA7E267-00AC-4A9C-A9D2-23F9CC4CF81B}" type="slidenum">
              <a:rPr lang="en-US" altLang="en-US"/>
              <a:pPr/>
              <a:t>‹#›</a:t>
            </a:fld>
            <a:endParaRPr lang="en-US" altLang="en-US"/>
          </a:p>
        </p:txBody>
      </p:sp>
    </p:spTree>
    <p:extLst>
      <p:ext uri="{BB962C8B-B14F-4D97-AF65-F5344CB8AC3E}">
        <p14:creationId xmlns:p14="http://schemas.microsoft.com/office/powerpoint/2010/main" val="28742190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686F852-D053-42AB-BA6B-45DD402E5D6E}" type="slidenum">
              <a:rPr lang="en-US" altLang="en-US"/>
              <a:pPr/>
              <a:t>‹#›</a:t>
            </a:fld>
            <a:endParaRPr lang="en-US" altLang="en-US"/>
          </a:p>
        </p:txBody>
      </p:sp>
    </p:spTree>
    <p:extLst>
      <p:ext uri="{BB962C8B-B14F-4D97-AF65-F5344CB8AC3E}">
        <p14:creationId xmlns:p14="http://schemas.microsoft.com/office/powerpoint/2010/main" val="26832841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3BC41F6-ABE7-4C4A-BE2F-2B9D1BC1C2FE}" type="slidenum">
              <a:rPr lang="en-US" altLang="en-US"/>
              <a:pPr/>
              <a:t>‹#›</a:t>
            </a:fld>
            <a:endParaRPr lang="en-US" altLang="en-US"/>
          </a:p>
        </p:txBody>
      </p:sp>
    </p:spTree>
    <p:extLst>
      <p:ext uri="{BB962C8B-B14F-4D97-AF65-F5344CB8AC3E}">
        <p14:creationId xmlns:p14="http://schemas.microsoft.com/office/powerpoint/2010/main" val="18188011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32EBF0A-42D2-4DD4-BFED-0F85A09B0946}" type="slidenum">
              <a:rPr lang="en-US" altLang="en-US"/>
              <a:pPr/>
              <a:t>‹#›</a:t>
            </a:fld>
            <a:endParaRPr lang="en-US" altLang="en-US"/>
          </a:p>
        </p:txBody>
      </p:sp>
    </p:spTree>
    <p:extLst>
      <p:ext uri="{BB962C8B-B14F-4D97-AF65-F5344CB8AC3E}">
        <p14:creationId xmlns:p14="http://schemas.microsoft.com/office/powerpoint/2010/main" val="3317269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CE2D44A-F08B-4001-AD22-27712BFC29E8}" type="slidenum">
              <a:rPr lang="en-US" altLang="en-US"/>
              <a:pPr/>
              <a:t>‹#›</a:t>
            </a:fld>
            <a:endParaRPr lang="en-US" altLang="en-US"/>
          </a:p>
        </p:txBody>
      </p:sp>
    </p:spTree>
    <p:extLst>
      <p:ext uri="{BB962C8B-B14F-4D97-AF65-F5344CB8AC3E}">
        <p14:creationId xmlns:p14="http://schemas.microsoft.com/office/powerpoint/2010/main" val="1594480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C4B7895D-E44C-4107-A12B-67F3853FD9D2}" type="slidenum">
              <a:rPr lang="en-US" altLang="en-US"/>
              <a:pPr/>
              <a:t>‹#›</a:t>
            </a:fld>
            <a:endParaRPr lang="en-US" altLang="en-US"/>
          </a:p>
        </p:txBody>
      </p:sp>
    </p:spTree>
    <p:extLst>
      <p:ext uri="{BB962C8B-B14F-4D97-AF65-F5344CB8AC3E}">
        <p14:creationId xmlns:p14="http://schemas.microsoft.com/office/powerpoint/2010/main" val="2919575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B0B2F8CE-7C45-45D1-A1F6-FEEE6AC2CD6B}" type="slidenum">
              <a:rPr lang="en-US" altLang="en-US"/>
              <a:pPr/>
              <a:t>‹#›</a:t>
            </a:fld>
            <a:endParaRPr lang="en-US" altLang="en-US"/>
          </a:p>
        </p:txBody>
      </p:sp>
    </p:spTree>
    <p:extLst>
      <p:ext uri="{BB962C8B-B14F-4D97-AF65-F5344CB8AC3E}">
        <p14:creationId xmlns:p14="http://schemas.microsoft.com/office/powerpoint/2010/main" val="38779160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D91EEE52-FA19-4F18-85FF-B48638EE87DE}" type="slidenum">
              <a:rPr lang="en-US" altLang="en-US"/>
              <a:pPr/>
              <a:t>‹#›</a:t>
            </a:fld>
            <a:endParaRPr lang="en-US" altLang="en-US"/>
          </a:p>
        </p:txBody>
      </p:sp>
    </p:spTree>
    <p:extLst>
      <p:ext uri="{BB962C8B-B14F-4D97-AF65-F5344CB8AC3E}">
        <p14:creationId xmlns:p14="http://schemas.microsoft.com/office/powerpoint/2010/main" val="32281219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A64450A-6E7A-43E5-8425-D092DB11F537}" type="slidenum">
              <a:rPr lang="en-US" altLang="en-US"/>
              <a:pPr/>
              <a:t>‹#›</a:t>
            </a:fld>
            <a:endParaRPr lang="en-US" altLang="en-US"/>
          </a:p>
        </p:txBody>
      </p:sp>
    </p:spTree>
    <p:extLst>
      <p:ext uri="{BB962C8B-B14F-4D97-AF65-F5344CB8AC3E}">
        <p14:creationId xmlns:p14="http://schemas.microsoft.com/office/powerpoint/2010/main" val="39293504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B4BB0B-A0C8-49B7-836C-495096A9F014}" type="slidenum">
              <a:rPr lang="en-US" altLang="en-US"/>
              <a:pPr/>
              <a:t>‹#›</a:t>
            </a:fld>
            <a:endParaRPr lang="en-US" altLang="en-US"/>
          </a:p>
        </p:txBody>
      </p:sp>
    </p:spTree>
    <p:extLst>
      <p:ext uri="{BB962C8B-B14F-4D97-AF65-F5344CB8AC3E}">
        <p14:creationId xmlns:p14="http://schemas.microsoft.com/office/powerpoint/2010/main" val="36850556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537416B-6AA1-4036-84A4-1D14FC9DD1E4}" type="slidenum">
              <a:rPr lang="en-US" altLang="en-US"/>
              <a:pPr/>
              <a:t>‹#›</a:t>
            </a:fld>
            <a:endParaRPr lang="en-US" altLang="en-US"/>
          </a:p>
        </p:txBody>
      </p:sp>
    </p:spTree>
    <p:extLst>
      <p:ext uri="{BB962C8B-B14F-4D97-AF65-F5344CB8AC3E}">
        <p14:creationId xmlns:p14="http://schemas.microsoft.com/office/powerpoint/2010/main" val="39811040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D74004F-E4B7-4A55-9D75-BD13371851BC}" type="slidenum">
              <a:rPr lang="en-US" altLang="en-US"/>
              <a:pPr/>
              <a:t>‹#›</a:t>
            </a:fld>
            <a:endParaRPr lang="en-US" altLang="en-US"/>
          </a:p>
        </p:txBody>
      </p:sp>
    </p:spTree>
    <p:extLst>
      <p:ext uri="{BB962C8B-B14F-4D97-AF65-F5344CB8AC3E}">
        <p14:creationId xmlns:p14="http://schemas.microsoft.com/office/powerpoint/2010/main" val="2415667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4F26454-A1BE-45E8-9F01-BB658534E2F5}" type="slidenum">
              <a:rPr lang="en-US" altLang="en-US"/>
              <a:pPr/>
              <a:t>‹#›</a:t>
            </a:fld>
            <a:endParaRPr lang="en-US" altLang="en-US"/>
          </a:p>
        </p:txBody>
      </p:sp>
    </p:spTree>
    <p:extLst>
      <p:ext uri="{BB962C8B-B14F-4D97-AF65-F5344CB8AC3E}">
        <p14:creationId xmlns:p14="http://schemas.microsoft.com/office/powerpoint/2010/main" val="25535777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E5D1D7A-D2C2-4FE1-B40C-DC909A8C53E2}" type="slidenum">
              <a:rPr lang="en-US" altLang="en-US"/>
              <a:pPr/>
              <a:t>‹#›</a:t>
            </a:fld>
            <a:endParaRPr lang="en-US" altLang="en-US"/>
          </a:p>
        </p:txBody>
      </p:sp>
    </p:spTree>
    <p:extLst>
      <p:ext uri="{BB962C8B-B14F-4D97-AF65-F5344CB8AC3E}">
        <p14:creationId xmlns:p14="http://schemas.microsoft.com/office/powerpoint/2010/main" val="5709520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819CD3B-B7D8-4D6D-A9ED-F4D7C865D78B}" type="slidenum">
              <a:rPr lang="en-US" altLang="en-US"/>
              <a:pPr/>
              <a:t>‹#›</a:t>
            </a:fld>
            <a:endParaRPr lang="en-US" altLang="en-US"/>
          </a:p>
        </p:txBody>
      </p:sp>
    </p:spTree>
    <p:extLst>
      <p:ext uri="{BB962C8B-B14F-4D97-AF65-F5344CB8AC3E}">
        <p14:creationId xmlns:p14="http://schemas.microsoft.com/office/powerpoint/2010/main" val="19517164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ACBC9545-AD33-4CB8-9725-DBB9F8CB3D28}" type="slidenum">
              <a:rPr lang="en-US" altLang="en-US"/>
              <a:pPr/>
              <a:t>‹#›</a:t>
            </a:fld>
            <a:endParaRPr lang="en-US" altLang="en-US"/>
          </a:p>
        </p:txBody>
      </p:sp>
    </p:spTree>
    <p:extLst>
      <p:ext uri="{BB962C8B-B14F-4D97-AF65-F5344CB8AC3E}">
        <p14:creationId xmlns:p14="http://schemas.microsoft.com/office/powerpoint/2010/main" val="33997861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23844F23-F249-441F-9B44-8913CBB75F2F}" type="slidenum">
              <a:rPr lang="en-US" altLang="en-US"/>
              <a:pPr/>
              <a:t>‹#›</a:t>
            </a:fld>
            <a:endParaRPr lang="en-US" altLang="en-US"/>
          </a:p>
        </p:txBody>
      </p:sp>
    </p:spTree>
    <p:extLst>
      <p:ext uri="{BB962C8B-B14F-4D97-AF65-F5344CB8AC3E}">
        <p14:creationId xmlns:p14="http://schemas.microsoft.com/office/powerpoint/2010/main" val="33907705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AE6B18CE-BA3A-460B-97A7-821C674B8D09}" type="slidenum">
              <a:rPr lang="en-US" altLang="en-US"/>
              <a:pPr/>
              <a:t>‹#›</a:t>
            </a:fld>
            <a:endParaRPr lang="en-US" altLang="en-US"/>
          </a:p>
        </p:txBody>
      </p:sp>
    </p:spTree>
    <p:extLst>
      <p:ext uri="{BB962C8B-B14F-4D97-AF65-F5344CB8AC3E}">
        <p14:creationId xmlns:p14="http://schemas.microsoft.com/office/powerpoint/2010/main" val="41209872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5579C8D-9B0D-4BCB-AF6C-DF5C66753A60}" type="slidenum">
              <a:rPr lang="en-US" altLang="en-US"/>
              <a:pPr/>
              <a:t>‹#›</a:t>
            </a:fld>
            <a:endParaRPr lang="en-US" altLang="en-US"/>
          </a:p>
        </p:txBody>
      </p:sp>
    </p:spTree>
    <p:extLst>
      <p:ext uri="{BB962C8B-B14F-4D97-AF65-F5344CB8AC3E}">
        <p14:creationId xmlns:p14="http://schemas.microsoft.com/office/powerpoint/2010/main" val="2877674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5226DD1-12DA-410F-B084-8AD8D9D2BEAD}" type="slidenum">
              <a:rPr lang="en-US" altLang="en-US"/>
              <a:pPr/>
              <a:t>‹#›</a:t>
            </a:fld>
            <a:endParaRPr lang="en-US" altLang="en-US"/>
          </a:p>
        </p:txBody>
      </p:sp>
    </p:spTree>
    <p:extLst>
      <p:ext uri="{BB962C8B-B14F-4D97-AF65-F5344CB8AC3E}">
        <p14:creationId xmlns:p14="http://schemas.microsoft.com/office/powerpoint/2010/main" val="13407140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3BCAA18-FDD2-4EA8-AF06-8641A919258D}" type="slidenum">
              <a:rPr lang="en-US" altLang="en-US"/>
              <a:pPr/>
              <a:t>‹#›</a:t>
            </a:fld>
            <a:endParaRPr lang="en-US" altLang="en-US"/>
          </a:p>
        </p:txBody>
      </p:sp>
    </p:spTree>
    <p:extLst>
      <p:ext uri="{BB962C8B-B14F-4D97-AF65-F5344CB8AC3E}">
        <p14:creationId xmlns:p14="http://schemas.microsoft.com/office/powerpoint/2010/main" val="541474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0E2378E-1D2D-4BB8-826E-8E2713D39979}" type="slidenum">
              <a:rPr lang="en-US" altLang="en-US"/>
              <a:pPr/>
              <a:t>‹#›</a:t>
            </a:fld>
            <a:endParaRPr lang="en-US" altLang="en-US"/>
          </a:p>
        </p:txBody>
      </p:sp>
    </p:spTree>
    <p:extLst>
      <p:ext uri="{BB962C8B-B14F-4D97-AF65-F5344CB8AC3E}">
        <p14:creationId xmlns:p14="http://schemas.microsoft.com/office/powerpoint/2010/main" val="8645978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77D09EE-B7FE-4DC1-A1FB-8BC637FCDA87}" type="slidenum">
              <a:rPr lang="en-US" altLang="en-US"/>
              <a:pPr/>
              <a:t>‹#›</a:t>
            </a:fld>
            <a:endParaRPr lang="en-US" altLang="en-US"/>
          </a:p>
        </p:txBody>
      </p:sp>
    </p:spTree>
    <p:extLst>
      <p:ext uri="{BB962C8B-B14F-4D97-AF65-F5344CB8AC3E}">
        <p14:creationId xmlns:p14="http://schemas.microsoft.com/office/powerpoint/2010/main" val="35775072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B743A64-7585-408A-B5DE-01F3FA3C56E0}" type="slidenum">
              <a:rPr lang="en-US" altLang="en-US"/>
              <a:pPr/>
              <a:t>‹#›</a:t>
            </a:fld>
            <a:endParaRPr lang="en-US" altLang="en-US"/>
          </a:p>
        </p:txBody>
      </p:sp>
    </p:spTree>
    <p:extLst>
      <p:ext uri="{BB962C8B-B14F-4D97-AF65-F5344CB8AC3E}">
        <p14:creationId xmlns:p14="http://schemas.microsoft.com/office/powerpoint/2010/main" val="9696014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3BC5AC0-79BF-4699-B8B8-76A5F7A3D698}" type="slidenum">
              <a:rPr lang="en-US" altLang="en-US"/>
              <a:pPr/>
              <a:t>‹#›</a:t>
            </a:fld>
            <a:endParaRPr lang="en-US" altLang="en-US"/>
          </a:p>
        </p:txBody>
      </p:sp>
    </p:spTree>
    <p:extLst>
      <p:ext uri="{BB962C8B-B14F-4D97-AF65-F5344CB8AC3E}">
        <p14:creationId xmlns:p14="http://schemas.microsoft.com/office/powerpoint/2010/main" val="31247779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61B5D89-66BA-4EBB-87E8-D34DD709CCD1}" type="slidenum">
              <a:rPr lang="en-US" altLang="en-US"/>
              <a:pPr/>
              <a:t>‹#›</a:t>
            </a:fld>
            <a:endParaRPr lang="en-US" altLang="en-US"/>
          </a:p>
        </p:txBody>
      </p:sp>
    </p:spTree>
    <p:extLst>
      <p:ext uri="{BB962C8B-B14F-4D97-AF65-F5344CB8AC3E}">
        <p14:creationId xmlns:p14="http://schemas.microsoft.com/office/powerpoint/2010/main" val="5849013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FEB14A16-AECB-4710-981D-93BE368ACA2B}" type="slidenum">
              <a:rPr lang="en-US" altLang="en-US"/>
              <a:pPr/>
              <a:t>‹#›</a:t>
            </a:fld>
            <a:endParaRPr lang="en-US" altLang="en-US"/>
          </a:p>
        </p:txBody>
      </p:sp>
    </p:spTree>
    <p:extLst>
      <p:ext uri="{BB962C8B-B14F-4D97-AF65-F5344CB8AC3E}">
        <p14:creationId xmlns:p14="http://schemas.microsoft.com/office/powerpoint/2010/main" val="2334057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4B9625D-61C9-4CB9-BA2C-66562AB9948F}" type="slidenum">
              <a:rPr lang="en-US" altLang="en-US"/>
              <a:pPr/>
              <a:t>‹#›</a:t>
            </a:fld>
            <a:endParaRPr lang="en-US" altLang="en-US"/>
          </a:p>
        </p:txBody>
      </p:sp>
    </p:spTree>
    <p:extLst>
      <p:ext uri="{BB962C8B-B14F-4D97-AF65-F5344CB8AC3E}">
        <p14:creationId xmlns:p14="http://schemas.microsoft.com/office/powerpoint/2010/main" val="12143856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1A147149-0CDF-4D96-B343-53D8D386358D}" type="slidenum">
              <a:rPr lang="en-US" altLang="en-US"/>
              <a:pPr/>
              <a:t>‹#›</a:t>
            </a:fld>
            <a:endParaRPr lang="en-US" altLang="en-US"/>
          </a:p>
        </p:txBody>
      </p:sp>
    </p:spTree>
    <p:extLst>
      <p:ext uri="{BB962C8B-B14F-4D97-AF65-F5344CB8AC3E}">
        <p14:creationId xmlns:p14="http://schemas.microsoft.com/office/powerpoint/2010/main" val="1959503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8D01265-21F8-4636-B15F-12EBE5C85D3C}" type="slidenum">
              <a:rPr lang="en-US" altLang="en-US"/>
              <a:pPr/>
              <a:t>‹#›</a:t>
            </a:fld>
            <a:endParaRPr lang="en-US" altLang="en-US"/>
          </a:p>
        </p:txBody>
      </p:sp>
    </p:spTree>
    <p:extLst>
      <p:ext uri="{BB962C8B-B14F-4D97-AF65-F5344CB8AC3E}">
        <p14:creationId xmlns:p14="http://schemas.microsoft.com/office/powerpoint/2010/main" val="1575816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98A73DD-13C7-4B50-958B-AD6B9D381CF0}" type="slidenum">
              <a:rPr lang="en-US" altLang="en-US"/>
              <a:pPr/>
              <a:t>‹#›</a:t>
            </a:fld>
            <a:endParaRPr lang="en-US" altLang="en-US"/>
          </a:p>
        </p:txBody>
      </p:sp>
    </p:spTree>
    <p:extLst>
      <p:ext uri="{BB962C8B-B14F-4D97-AF65-F5344CB8AC3E}">
        <p14:creationId xmlns:p14="http://schemas.microsoft.com/office/powerpoint/2010/main" val="15174111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130B2C1-CE9B-415F-8B01-5DA145FA2C1C}" type="slidenum">
              <a:rPr lang="en-US" altLang="en-US"/>
              <a:pPr/>
              <a:t>‹#›</a:t>
            </a:fld>
            <a:endParaRPr lang="en-US" altLang="en-US"/>
          </a:p>
        </p:txBody>
      </p:sp>
    </p:spTree>
    <p:extLst>
      <p:ext uri="{BB962C8B-B14F-4D97-AF65-F5344CB8AC3E}">
        <p14:creationId xmlns:p14="http://schemas.microsoft.com/office/powerpoint/2010/main" val="3626199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762236D-9288-4143-A04F-B369A0B39CC7}" type="slidenum">
              <a:rPr lang="en-US" altLang="en-US"/>
              <a:pPr/>
              <a:t>‹#›</a:t>
            </a:fld>
            <a:endParaRPr lang="en-US" altLang="en-US"/>
          </a:p>
        </p:txBody>
      </p:sp>
    </p:spTree>
    <p:extLst>
      <p:ext uri="{BB962C8B-B14F-4D97-AF65-F5344CB8AC3E}">
        <p14:creationId xmlns:p14="http://schemas.microsoft.com/office/powerpoint/2010/main" val="5880458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6CEB42DC-8B55-454C-81AB-434C6ED2CFFA}"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2915945483"/>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D9BFCBE3-B21E-4CDA-8AE5-F62D2A37A611}" type="slidenum">
              <a:rPr lang="en-US" altLang="en-US"/>
              <a:pPr/>
              <a:t>‹#›</a:t>
            </a:fld>
            <a:endParaRPr lang="en-US" altLang="en-US"/>
          </a:p>
        </p:txBody>
      </p:sp>
    </p:spTree>
    <p:extLst>
      <p:ext uri="{BB962C8B-B14F-4D97-AF65-F5344CB8AC3E}">
        <p14:creationId xmlns:p14="http://schemas.microsoft.com/office/powerpoint/2010/main" val="9703724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5D1819E-2444-4407-90A7-8B934B6FC70D}" type="slidenum">
              <a:rPr lang="en-US" altLang="en-US"/>
              <a:pPr/>
              <a:t>‹#›</a:t>
            </a:fld>
            <a:endParaRPr lang="en-US" altLang="en-US"/>
          </a:p>
        </p:txBody>
      </p:sp>
    </p:spTree>
    <p:extLst>
      <p:ext uri="{BB962C8B-B14F-4D97-AF65-F5344CB8AC3E}">
        <p14:creationId xmlns:p14="http://schemas.microsoft.com/office/powerpoint/2010/main" val="9052086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AFD00DF-AD51-48E6-9777-EC7357C8DB1B}" type="slidenum">
              <a:rPr lang="en-US" altLang="en-US"/>
              <a:pPr/>
              <a:t>‹#›</a:t>
            </a:fld>
            <a:endParaRPr lang="en-US" altLang="en-US"/>
          </a:p>
        </p:txBody>
      </p:sp>
    </p:spTree>
    <p:extLst>
      <p:ext uri="{BB962C8B-B14F-4D97-AF65-F5344CB8AC3E}">
        <p14:creationId xmlns:p14="http://schemas.microsoft.com/office/powerpoint/2010/main" val="19153070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FDC4C909-D185-49FF-AC63-DB335C089DEB}" type="slidenum">
              <a:rPr lang="en-US" altLang="en-US"/>
              <a:pPr/>
              <a:t>‹#›</a:t>
            </a:fld>
            <a:endParaRPr lang="en-US" altLang="en-US"/>
          </a:p>
        </p:txBody>
      </p:sp>
    </p:spTree>
    <p:extLst>
      <p:ext uri="{BB962C8B-B14F-4D97-AF65-F5344CB8AC3E}">
        <p14:creationId xmlns:p14="http://schemas.microsoft.com/office/powerpoint/2010/main" val="39442538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4265A02C-F4FA-46AC-8677-EA96AF69A28D}" type="slidenum">
              <a:rPr lang="en-US" altLang="en-US"/>
              <a:pPr/>
              <a:t>‹#›</a:t>
            </a:fld>
            <a:endParaRPr lang="en-US" altLang="en-US"/>
          </a:p>
        </p:txBody>
      </p:sp>
    </p:spTree>
    <p:extLst>
      <p:ext uri="{BB962C8B-B14F-4D97-AF65-F5344CB8AC3E}">
        <p14:creationId xmlns:p14="http://schemas.microsoft.com/office/powerpoint/2010/main" val="42699346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70F7EC11-FAE8-4A4C-952D-744E870DE140}" type="slidenum">
              <a:rPr lang="en-US" altLang="en-US"/>
              <a:pPr/>
              <a:t>‹#›</a:t>
            </a:fld>
            <a:endParaRPr lang="en-US" altLang="en-US"/>
          </a:p>
        </p:txBody>
      </p:sp>
    </p:spTree>
    <p:extLst>
      <p:ext uri="{BB962C8B-B14F-4D97-AF65-F5344CB8AC3E}">
        <p14:creationId xmlns:p14="http://schemas.microsoft.com/office/powerpoint/2010/main" val="4039824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9791A9C2-C087-4B80-AD2B-0FAA7EA7E4B9}" type="slidenum">
              <a:rPr lang="en-US" altLang="en-US"/>
              <a:pPr/>
              <a:t>‹#›</a:t>
            </a:fld>
            <a:endParaRPr lang="en-US" altLang="en-US"/>
          </a:p>
        </p:txBody>
      </p:sp>
    </p:spTree>
    <p:extLst>
      <p:ext uri="{BB962C8B-B14F-4D97-AF65-F5344CB8AC3E}">
        <p14:creationId xmlns:p14="http://schemas.microsoft.com/office/powerpoint/2010/main" val="28166995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326231F-F039-4306-87FA-942864AEA90B}" type="slidenum">
              <a:rPr lang="en-US" altLang="en-US"/>
              <a:pPr/>
              <a:t>‹#›</a:t>
            </a:fld>
            <a:endParaRPr lang="en-US" altLang="en-US"/>
          </a:p>
        </p:txBody>
      </p:sp>
    </p:spTree>
    <p:extLst>
      <p:ext uri="{BB962C8B-B14F-4D97-AF65-F5344CB8AC3E}">
        <p14:creationId xmlns:p14="http://schemas.microsoft.com/office/powerpoint/2010/main" val="33989971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128E5BE4-4110-4727-94DE-E46EA664BB75}" type="slidenum">
              <a:rPr lang="en-US" altLang="en-US"/>
              <a:pPr/>
              <a:t>‹#›</a:t>
            </a:fld>
            <a:endParaRPr lang="en-US" altLang="en-US"/>
          </a:p>
        </p:txBody>
      </p:sp>
    </p:spTree>
    <p:extLst>
      <p:ext uri="{BB962C8B-B14F-4D97-AF65-F5344CB8AC3E}">
        <p14:creationId xmlns:p14="http://schemas.microsoft.com/office/powerpoint/2010/main" val="23690013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8EEDCC4A-C7A4-4ED7-8F50-5C67D12650AF}" type="slidenum">
              <a:rPr lang="en-US" altLang="en-US"/>
              <a:pPr/>
              <a:t>‹#›</a:t>
            </a:fld>
            <a:endParaRPr lang="en-US" altLang="en-US"/>
          </a:p>
        </p:txBody>
      </p:sp>
    </p:spTree>
    <p:extLst>
      <p:ext uri="{BB962C8B-B14F-4D97-AF65-F5344CB8AC3E}">
        <p14:creationId xmlns:p14="http://schemas.microsoft.com/office/powerpoint/2010/main" val="3848801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706475F9-06B9-4138-95A8-B45C40861870}" type="slidenum">
              <a:rPr lang="en-US" altLang="en-US"/>
              <a:pPr/>
              <a:t>‹#›</a:t>
            </a:fld>
            <a:endParaRPr lang="en-US" altLang="en-US"/>
          </a:p>
        </p:txBody>
      </p:sp>
    </p:spTree>
    <p:extLst>
      <p:ext uri="{BB962C8B-B14F-4D97-AF65-F5344CB8AC3E}">
        <p14:creationId xmlns:p14="http://schemas.microsoft.com/office/powerpoint/2010/main" val="40061094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5BE02AD-FC0A-44BE-A43E-880D213E3B03}" type="slidenum">
              <a:rPr lang="en-US" altLang="en-US"/>
              <a:pPr/>
              <a:t>‹#›</a:t>
            </a:fld>
            <a:endParaRPr lang="en-US" altLang="en-US"/>
          </a:p>
        </p:txBody>
      </p:sp>
    </p:spTree>
    <p:extLst>
      <p:ext uri="{BB962C8B-B14F-4D97-AF65-F5344CB8AC3E}">
        <p14:creationId xmlns:p14="http://schemas.microsoft.com/office/powerpoint/2010/main" val="1276164924"/>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2D83226-8E20-4862-911E-2415F6AC0220}" type="slidenum">
              <a:rPr lang="en-US" altLang="en-US"/>
              <a:pPr/>
              <a:t>‹#›</a:t>
            </a:fld>
            <a:endParaRPr lang="en-US" altLang="en-US"/>
          </a:p>
        </p:txBody>
      </p:sp>
    </p:spTree>
    <p:extLst>
      <p:ext uri="{BB962C8B-B14F-4D97-AF65-F5344CB8AC3E}">
        <p14:creationId xmlns:p14="http://schemas.microsoft.com/office/powerpoint/2010/main" val="1102609735"/>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F70B38A-C96B-4B25-B8D4-1D983DFBBD5E}" type="slidenum">
              <a:rPr lang="en-US" altLang="en-US"/>
              <a:pPr/>
              <a:t>‹#›</a:t>
            </a:fld>
            <a:endParaRPr lang="en-US" altLang="en-US"/>
          </a:p>
        </p:txBody>
      </p:sp>
    </p:spTree>
    <p:extLst>
      <p:ext uri="{BB962C8B-B14F-4D97-AF65-F5344CB8AC3E}">
        <p14:creationId xmlns:p14="http://schemas.microsoft.com/office/powerpoint/2010/main" val="3620818790"/>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9AAA239-ACCC-4A44-B5ED-74B3496EDEC0}" type="slidenum">
              <a:rPr lang="en-US" altLang="en-US"/>
              <a:pPr/>
              <a:t>‹#›</a:t>
            </a:fld>
            <a:endParaRPr lang="en-US" altLang="en-US"/>
          </a:p>
        </p:txBody>
      </p:sp>
    </p:spTree>
    <p:extLst>
      <p:ext uri="{BB962C8B-B14F-4D97-AF65-F5344CB8AC3E}">
        <p14:creationId xmlns:p14="http://schemas.microsoft.com/office/powerpoint/2010/main" val="174431650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ED6AE122-128D-4BA7-A39A-0C167F4FC2FE}" type="slidenum">
              <a:rPr lang="en-US" altLang="en-US"/>
              <a:pPr/>
              <a:t>‹#›</a:t>
            </a:fld>
            <a:endParaRPr lang="en-US" altLang="en-US"/>
          </a:p>
        </p:txBody>
      </p:sp>
    </p:spTree>
    <p:extLst>
      <p:ext uri="{BB962C8B-B14F-4D97-AF65-F5344CB8AC3E}">
        <p14:creationId xmlns:p14="http://schemas.microsoft.com/office/powerpoint/2010/main" val="2781415426"/>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EDC767E2-8069-4858-AB37-FF7EFFA25A6D}" type="slidenum">
              <a:rPr lang="en-US" altLang="en-US"/>
              <a:pPr/>
              <a:t>‹#›</a:t>
            </a:fld>
            <a:endParaRPr lang="en-US" altLang="en-US"/>
          </a:p>
        </p:txBody>
      </p:sp>
    </p:spTree>
    <p:extLst>
      <p:ext uri="{BB962C8B-B14F-4D97-AF65-F5344CB8AC3E}">
        <p14:creationId xmlns:p14="http://schemas.microsoft.com/office/powerpoint/2010/main" val="1154031911"/>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2269F69E-E311-4415-99BF-BE4E74AE5956}" type="slidenum">
              <a:rPr lang="en-US" altLang="en-US"/>
              <a:pPr/>
              <a:t>‹#›</a:t>
            </a:fld>
            <a:endParaRPr lang="en-US" altLang="en-US"/>
          </a:p>
        </p:txBody>
      </p:sp>
    </p:spTree>
    <p:extLst>
      <p:ext uri="{BB962C8B-B14F-4D97-AF65-F5344CB8AC3E}">
        <p14:creationId xmlns:p14="http://schemas.microsoft.com/office/powerpoint/2010/main" val="1448989167"/>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6A20116-2F8A-488E-97CA-B15CAEE06374}" type="slidenum">
              <a:rPr lang="en-US" altLang="en-US"/>
              <a:pPr/>
              <a:t>‹#›</a:t>
            </a:fld>
            <a:endParaRPr lang="en-US" altLang="en-US"/>
          </a:p>
        </p:txBody>
      </p:sp>
    </p:spTree>
    <p:extLst>
      <p:ext uri="{BB962C8B-B14F-4D97-AF65-F5344CB8AC3E}">
        <p14:creationId xmlns:p14="http://schemas.microsoft.com/office/powerpoint/2010/main" val="1012287114"/>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AE179DB-D2B2-4930-9AB9-0DC29BD593B9}" type="slidenum">
              <a:rPr lang="en-US" altLang="en-US"/>
              <a:pPr/>
              <a:t>‹#›</a:t>
            </a:fld>
            <a:endParaRPr lang="en-US" altLang="en-US"/>
          </a:p>
        </p:txBody>
      </p:sp>
    </p:spTree>
    <p:extLst>
      <p:ext uri="{BB962C8B-B14F-4D97-AF65-F5344CB8AC3E}">
        <p14:creationId xmlns:p14="http://schemas.microsoft.com/office/powerpoint/2010/main" val="1022128154"/>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F1F09AE-CDDD-464A-9845-BC784212AD74}" type="slidenum">
              <a:rPr lang="en-US" altLang="en-US"/>
              <a:pPr/>
              <a:t>‹#›</a:t>
            </a:fld>
            <a:endParaRPr lang="en-US" altLang="en-US"/>
          </a:p>
        </p:txBody>
      </p:sp>
    </p:spTree>
    <p:extLst>
      <p:ext uri="{BB962C8B-B14F-4D97-AF65-F5344CB8AC3E}">
        <p14:creationId xmlns:p14="http://schemas.microsoft.com/office/powerpoint/2010/main" val="2749271338"/>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A77C712-B434-4714-B0A8-D90F140D85E3}" type="slidenum">
              <a:rPr lang="en-US" altLang="en-US"/>
              <a:pPr/>
              <a:t>‹#›</a:t>
            </a:fld>
            <a:endParaRPr lang="en-US" altLang="en-US"/>
          </a:p>
        </p:txBody>
      </p:sp>
    </p:spTree>
    <p:extLst>
      <p:ext uri="{BB962C8B-B14F-4D97-AF65-F5344CB8AC3E}">
        <p14:creationId xmlns:p14="http://schemas.microsoft.com/office/powerpoint/2010/main" val="70675132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2B807454-7E19-4FD0-988E-789C60695E8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4A60EA34-8B25-49B9-B826-8FF2A9BABBA5}"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E41F2D5E-92E1-47C0-BF98-E77CC2DD0A1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82C84591-3996-4E81-86E6-9FA6BFD00D3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799BCB9C-8A2C-4527-89DC-5A9EA287EC5E}"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A2EC5381-64C2-4B3D-A09C-2BA95BCF8B3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B104352E-F043-4622-BF8C-40F7F4C4C5A4}"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2026-07-09T09:07:32Z</dcterms:modified>
</cp:coreProperties>
</file>