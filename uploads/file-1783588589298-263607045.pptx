
<file path=[Content_Types].xml><?xml version="1.0" encoding="utf-8"?>
<Types xmlns="http://schemas.openxmlformats.org/package/2006/content-types">
  <Default Extension="png" ContentType="image/png"/>
  <Default Extension="bin" ContentType="application/vnd.ms-office.activeX"/>
  <Default Extension="jpeg" ContentType="image/jpeg"/>
  <Default Extension="wmf" ContentType="image/x-wmf"/>
  <Default Extension="rels" ContentType="application/vnd.openxmlformats-package.relationships+xml"/>
  <Default Extension="xml" ContentType="application/xml"/>
  <Default Extension="wav" ContentType="audio/x-wav"/>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4.xml" ContentType="application/vnd.openxmlformats-officedocument.themeOverride+xml"/>
  <Override PartName="/ppt/notesSlides/notesSlide7.xml" ContentType="application/vnd.openxmlformats-officedocument.presentationml.notesSlide+xml"/>
  <Override PartName="/ppt/theme/themeOverride5.xml" ContentType="application/vnd.openxmlformats-officedocument.themeOverride+xml"/>
  <Override PartName="/ppt/notesSlides/notesSlide8.xml" ContentType="application/vnd.openxmlformats-officedocument.presentationml.notesSlide+xml"/>
  <Override PartName="/ppt/theme/themeOverride6.xml" ContentType="application/vnd.openxmlformats-officedocument.themeOverride+xml"/>
  <Override PartName="/ppt/notesSlides/notesSlide9.xml" ContentType="application/vnd.openxmlformats-officedocument.presentationml.notesSlide+xml"/>
  <Override PartName="/ppt/theme/themeOverride7.xml" ContentType="application/vnd.openxmlformats-officedocument.themeOverride+xml"/>
  <Override PartName="/ppt/notesSlides/notesSlide10.xml" ContentType="application/vnd.openxmlformats-officedocument.presentationml.notesSlide+xml"/>
  <Override PartName="/ppt/theme/themeOverride8.xml" ContentType="application/vnd.openxmlformats-officedocument.themeOverride+xml"/>
  <Override PartName="/ppt/notesSlides/notesSlide11.xml" ContentType="application/vnd.openxmlformats-officedocument.presentationml.notesSlide+xml"/>
  <Override PartName="/ppt/theme/themeOverride9.xml" ContentType="application/vnd.openxmlformats-officedocument.themeOverride+xml"/>
  <Override PartName="/ppt/notesSlides/notesSlide12.xml" ContentType="application/vnd.openxmlformats-officedocument.presentationml.notesSlide+xml"/>
  <Override PartName="/ppt/theme/themeOverride10.xml" ContentType="application/vnd.openxmlformats-officedocument.themeOverride+xml"/>
  <Override PartName="/ppt/notesSlides/notesSlide13.xml" ContentType="application/vnd.openxmlformats-officedocument.presentationml.notesSlide+xml"/>
  <Override PartName="/ppt/theme/themeOverride11.xml" ContentType="application/vnd.openxmlformats-officedocument.themeOverr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activeX/activeX1.xml" ContentType="application/vnd.ms-office.activeX+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63" r:id="rId3"/>
    <p:sldMasterId id="2147483664" r:id="rId4"/>
    <p:sldMasterId id="2147483667" r:id="rId5"/>
    <p:sldMasterId id="2147483669" r:id="rId6"/>
    <p:sldMasterId id="2147483673" r:id="rId7"/>
  </p:sldMasterIdLst>
  <p:notesMasterIdLst>
    <p:notesMasterId r:id="rId39"/>
  </p:notesMasterIdLst>
  <p:sldIdLst>
    <p:sldId id="258" r:id="rId8"/>
    <p:sldId id="259" r:id="rId9"/>
    <p:sldId id="256" r:id="rId10"/>
    <p:sldId id="279" r:id="rId11"/>
    <p:sldId id="278" r:id="rId12"/>
    <p:sldId id="280" r:id="rId13"/>
    <p:sldId id="257" r:id="rId14"/>
    <p:sldId id="260" r:id="rId15"/>
    <p:sldId id="261" r:id="rId16"/>
    <p:sldId id="266" r:id="rId17"/>
    <p:sldId id="277" r:id="rId18"/>
    <p:sldId id="265" r:id="rId19"/>
    <p:sldId id="287" r:id="rId20"/>
    <p:sldId id="281" r:id="rId21"/>
    <p:sldId id="271" r:id="rId22"/>
    <p:sldId id="270" r:id="rId23"/>
    <p:sldId id="295" r:id="rId24"/>
    <p:sldId id="290" r:id="rId25"/>
    <p:sldId id="273" r:id="rId26"/>
    <p:sldId id="289" r:id="rId27"/>
    <p:sldId id="296" r:id="rId28"/>
    <p:sldId id="283" r:id="rId29"/>
    <p:sldId id="288" r:id="rId30"/>
    <p:sldId id="284" r:id="rId31"/>
    <p:sldId id="294" r:id="rId32"/>
    <p:sldId id="292" r:id="rId33"/>
    <p:sldId id="274" r:id="rId34"/>
    <p:sldId id="275" r:id="rId35"/>
    <p:sldId id="276" r:id="rId36"/>
    <p:sldId id="291" r:id="rId37"/>
    <p:sldId id="293" r:id="rId38"/>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FA9500"/>
    <a:srgbClr val="000000"/>
    <a:srgbClr val="0000FF"/>
    <a:srgbClr val="0000CC"/>
    <a:srgbClr val="0033CC"/>
    <a:srgbClr val="FC5346"/>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30" autoAdjust="0"/>
  </p:normalViewPr>
  <p:slideViewPr>
    <p:cSldViewPr>
      <p:cViewPr varScale="1">
        <p:scale>
          <a:sx n="92" d="100"/>
          <a:sy n="92" d="100"/>
        </p:scale>
        <p:origin x="-420" y="-102"/>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80" d="100"/>
          <a:sy n="80" d="100"/>
        </p:scale>
        <p:origin x="-2832" y="-8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tableStyles" Target="tableStyle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1" Type="http://schemas.openxmlformats.org/officeDocument/2006/relationships/image" Target="../media/image1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112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43012" name="Rectangle 4"/>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12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112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B48DA70E-B320-4F9D-BAB4-E479F1C73E53}" type="slidenum">
              <a:rPr lang="en-US" altLang="en-US"/>
              <a:pPr/>
              <a:t>‹#›</a:t>
            </a:fld>
            <a:endParaRPr lang="en-US" altLang="en-US"/>
          </a:p>
        </p:txBody>
      </p:sp>
    </p:spTree>
    <p:extLst>
      <p:ext uri="{BB962C8B-B14F-4D97-AF65-F5344CB8AC3E}">
        <p14:creationId xmlns:p14="http://schemas.microsoft.com/office/powerpoint/2010/main" val="20424800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8772A4CB-BF64-425E-9026-432E08436296}" type="slidenum">
              <a:rPr lang="en-US" altLang="en-US" sz="1200"/>
              <a:pPr eaLnBrk="1" hangingPunct="1"/>
              <a:t>1</a:t>
            </a:fld>
            <a:endParaRPr lang="en-US" altLang="en-US" sz="1200"/>
          </a:p>
        </p:txBody>
      </p:sp>
      <p:sp>
        <p:nvSpPr>
          <p:cNvPr id="44035" name="Rectangle 2"/>
          <p:cNvSpPr>
            <a:spLocks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827544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9D9EBDF-AC00-445C-B7A9-D3B1C392F34F}" type="slidenum">
              <a:rPr lang="en-US" altLang="en-US" sz="1200"/>
              <a:pPr eaLnBrk="1" hangingPunct="1"/>
              <a:t>2</a:t>
            </a:fld>
            <a:endParaRPr lang="en-US" altLang="en-US" sz="1200"/>
          </a:p>
        </p:txBody>
      </p:sp>
      <p:sp>
        <p:nvSpPr>
          <p:cNvPr id="45059" name="Rectangle 2"/>
          <p:cNvSpPr>
            <a:spLocks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8211163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CA8F2FCE-9612-48D1-B1C0-C423CB545F92}" type="slidenum">
              <a:rPr lang="en-US" altLang="en-US" sz="1200"/>
              <a:pPr eaLnBrk="1" hangingPunct="1"/>
              <a:t>3</a:t>
            </a:fld>
            <a:endParaRPr lang="en-US" altLang="en-US" sz="1200"/>
          </a:p>
        </p:txBody>
      </p:sp>
      <p:sp>
        <p:nvSpPr>
          <p:cNvPr id="46083" name="Rectangle 2"/>
          <p:cNvSpPr>
            <a:spLocks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452757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FC41F0C3-54EA-402A-9142-A5ABC2B90E50}" type="slidenum">
              <a:rPr lang="en-US" altLang="en-US" sz="1200"/>
              <a:pPr eaLnBrk="1" hangingPunct="1"/>
              <a:t>4</a:t>
            </a:fld>
            <a:endParaRPr lang="en-US" altLang="en-US" sz="1200"/>
          </a:p>
        </p:txBody>
      </p:sp>
      <p:sp>
        <p:nvSpPr>
          <p:cNvPr id="47107" name="Rectangle 2"/>
          <p:cNvSpPr>
            <a:spLocks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41577768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50630435-FD6B-4349-AAB5-F7742C97073F}" type="slidenum">
              <a:rPr lang="en-US" altLang="en-US" sz="1200"/>
              <a:pPr eaLnBrk="1" hangingPunct="1"/>
              <a:t>5</a:t>
            </a:fld>
            <a:endParaRPr lang="en-US" altLang="en-US" sz="1200"/>
          </a:p>
        </p:txBody>
      </p:sp>
      <p:sp>
        <p:nvSpPr>
          <p:cNvPr id="48131" name="Rectangle 2"/>
          <p:cNvSpPr>
            <a:spLocks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693654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EC754E4-AAF4-4AB6-AAA1-02E1CCDF0AC2}" type="slidenum">
              <a:rPr lang="en-US" altLang="en-US" sz="1200"/>
              <a:pPr eaLnBrk="1" hangingPunct="1"/>
              <a:t>6</a:t>
            </a:fld>
            <a:endParaRPr lang="en-US" altLang="en-US" sz="1200"/>
          </a:p>
        </p:txBody>
      </p:sp>
      <p:sp>
        <p:nvSpPr>
          <p:cNvPr id="49155" name="Rectangle 2"/>
          <p:cNvSpPr>
            <a:spLocks noChangeArrowheads="1" noTextEdit="1"/>
          </p:cNvSpPr>
          <p:nvPr>
            <p:ph type="sldImg"/>
          </p:nvPr>
        </p:nvSpPr>
        <p:spPr>
          <a:ln/>
        </p:spPr>
      </p:sp>
      <p:sp>
        <p:nvSpPr>
          <p:cNvPr id="49156"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endParaRPr lang="en-US" altLang="en-US" smtClean="0"/>
          </a:p>
        </p:txBody>
      </p:sp>
    </p:spTree>
    <p:extLst>
      <p:ext uri="{BB962C8B-B14F-4D97-AF65-F5344CB8AC3E}">
        <p14:creationId xmlns:p14="http://schemas.microsoft.com/office/powerpoint/2010/main" val="23800865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C6D998B9-8D90-45F6-A6AE-3A453B89E932}" type="slidenum">
              <a:rPr lang="en-US" altLang="en-US" sz="1200"/>
              <a:pPr eaLnBrk="1" hangingPunct="1"/>
              <a:t>7</a:t>
            </a:fld>
            <a:endParaRPr lang="en-US" altLang="en-US" sz="1200"/>
          </a:p>
        </p:txBody>
      </p:sp>
      <p:sp>
        <p:nvSpPr>
          <p:cNvPr id="50179" name="Rectangle 2"/>
          <p:cNvSpPr>
            <a:spLocks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365906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C988135C-989F-499D-A479-D1D26290CA82}" type="slidenum">
              <a:rPr lang="en-US" altLang="en-US" sz="1200"/>
              <a:pPr eaLnBrk="1" hangingPunct="1"/>
              <a:t>8</a:t>
            </a:fld>
            <a:endParaRPr lang="en-US" altLang="en-US" sz="1200"/>
          </a:p>
        </p:txBody>
      </p:sp>
      <p:sp>
        <p:nvSpPr>
          <p:cNvPr id="51203" name="Rectangle 2"/>
          <p:cNvSpPr>
            <a:spLocks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1900009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0B14F7DA-93CF-450C-919A-9A1F7B1A3FB1}" type="slidenum">
              <a:rPr lang="en-US" altLang="en-US" sz="1200"/>
              <a:pPr eaLnBrk="1" hangingPunct="1"/>
              <a:t>9</a:t>
            </a:fld>
            <a:endParaRPr lang="en-US" altLang="en-US" sz="1200"/>
          </a:p>
        </p:txBody>
      </p:sp>
      <p:sp>
        <p:nvSpPr>
          <p:cNvPr id="52227" name="Rectangle 2"/>
          <p:cNvSpPr>
            <a:spLocks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8643114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E48D359-9DDB-4D57-9F91-08DCD6832E55}" type="slidenum">
              <a:rPr lang="en-US" altLang="en-US" sz="1200"/>
              <a:pPr eaLnBrk="1" hangingPunct="1"/>
              <a:t>10</a:t>
            </a:fld>
            <a:endParaRPr lang="en-US" altLang="en-US" sz="1200"/>
          </a:p>
        </p:txBody>
      </p:sp>
      <p:sp>
        <p:nvSpPr>
          <p:cNvPr id="53251" name="Rectangle 2"/>
          <p:cNvSpPr>
            <a:spLocks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736954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46531A7-D9F5-40C8-93A0-20D5E9C2BBCD}" type="slidenum">
              <a:rPr lang="en-US" altLang="en-US" sz="1200"/>
              <a:pPr eaLnBrk="1" hangingPunct="1"/>
              <a:t>11</a:t>
            </a:fld>
            <a:endParaRPr lang="en-US" altLang="en-US" sz="1200"/>
          </a:p>
        </p:txBody>
      </p:sp>
      <p:sp>
        <p:nvSpPr>
          <p:cNvPr id="54275" name="Rectangle 2"/>
          <p:cNvSpPr>
            <a:spLocks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4169739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4B85EF1-E6F9-4C1A-A791-89148F06FFF9}" type="slidenum">
              <a:rPr lang="en-US" altLang="en-US" sz="1200"/>
              <a:pPr eaLnBrk="1" hangingPunct="1"/>
              <a:t>12</a:t>
            </a:fld>
            <a:endParaRPr lang="en-US" altLang="en-US" sz="1200"/>
          </a:p>
        </p:txBody>
      </p:sp>
      <p:sp>
        <p:nvSpPr>
          <p:cNvPr id="55299" name="Rectangle 2"/>
          <p:cNvSpPr>
            <a:spLocks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6517052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B187263B-247F-400D-A7A2-B84169CDCFC5}" type="slidenum">
              <a:rPr lang="en-US" altLang="en-US" sz="1200"/>
              <a:pPr eaLnBrk="1" hangingPunct="1"/>
              <a:t>13</a:t>
            </a:fld>
            <a:endParaRPr lang="en-US" altLang="en-US" sz="1200"/>
          </a:p>
        </p:txBody>
      </p:sp>
      <p:sp>
        <p:nvSpPr>
          <p:cNvPr id="56323" name="Rectangle 2"/>
          <p:cNvSpPr>
            <a:spLocks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5915925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274D2859-4031-4D20-9821-7A5F32AA5913}" type="slidenum">
              <a:rPr lang="en-US" altLang="en-US" sz="1200"/>
              <a:pPr eaLnBrk="1" hangingPunct="1"/>
              <a:t>14</a:t>
            </a:fld>
            <a:endParaRPr lang="en-US" altLang="en-US" sz="1200"/>
          </a:p>
        </p:txBody>
      </p:sp>
      <p:sp>
        <p:nvSpPr>
          <p:cNvPr id="57347" name="Rectangle 2"/>
          <p:cNvSpPr>
            <a:spLocks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7866418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BB0C3510-5346-492A-84A5-4E2740D13399}" type="slidenum">
              <a:rPr lang="en-US" altLang="en-US" sz="1200"/>
              <a:pPr eaLnBrk="1" hangingPunct="1"/>
              <a:t>15</a:t>
            </a:fld>
            <a:endParaRPr lang="en-US" altLang="en-US" sz="1200"/>
          </a:p>
        </p:txBody>
      </p:sp>
      <p:sp>
        <p:nvSpPr>
          <p:cNvPr id="58371" name="Rectangle 2"/>
          <p:cNvSpPr>
            <a:spLocks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803254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0B0EF703-1AD9-4680-9BA8-52881195A214}" type="slidenum">
              <a:rPr lang="en-US" altLang="en-US" sz="1200"/>
              <a:pPr eaLnBrk="1" hangingPunct="1"/>
              <a:t>16</a:t>
            </a:fld>
            <a:endParaRPr lang="en-US" altLang="en-US" sz="1200"/>
          </a:p>
        </p:txBody>
      </p:sp>
      <p:sp>
        <p:nvSpPr>
          <p:cNvPr id="59395" name="Rectangle 2"/>
          <p:cNvSpPr>
            <a:spLocks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8545287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04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FAE4AD66-43B3-4AA8-B4B0-370B15F76B79}" type="slidenum">
              <a:rPr lang="en-US" altLang="en-US" sz="1200"/>
              <a:pPr eaLnBrk="1" hangingPunct="1"/>
              <a:t>18</a:t>
            </a:fld>
            <a:endParaRPr lang="en-US" altLang="en-US" sz="1200"/>
          </a:p>
        </p:txBody>
      </p:sp>
    </p:spTree>
    <p:extLst>
      <p:ext uri="{BB962C8B-B14F-4D97-AF65-F5344CB8AC3E}">
        <p14:creationId xmlns:p14="http://schemas.microsoft.com/office/powerpoint/2010/main" val="31276459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15ED94E5-80BD-48E5-B100-9A7057F8193F}" type="slidenum">
              <a:rPr lang="en-US" altLang="en-US" sz="1200"/>
              <a:pPr eaLnBrk="1" hangingPunct="1"/>
              <a:t>19</a:t>
            </a:fld>
            <a:endParaRPr lang="en-US" altLang="en-US" sz="1200"/>
          </a:p>
        </p:txBody>
      </p:sp>
      <p:sp>
        <p:nvSpPr>
          <p:cNvPr id="61443" name="Rectangle 2"/>
          <p:cNvSpPr>
            <a:spLocks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6011210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282EFB6B-631E-4C62-8112-3C42E098D2E8}" type="slidenum">
              <a:rPr lang="en-US" altLang="en-US" sz="1200"/>
              <a:pPr eaLnBrk="1" hangingPunct="1"/>
              <a:t>20</a:t>
            </a:fld>
            <a:endParaRPr lang="en-US" altLang="en-US" sz="1200"/>
          </a:p>
        </p:txBody>
      </p:sp>
    </p:spTree>
    <p:extLst>
      <p:ext uri="{BB962C8B-B14F-4D97-AF65-F5344CB8AC3E}">
        <p14:creationId xmlns:p14="http://schemas.microsoft.com/office/powerpoint/2010/main" val="29041391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BC586A18-BC42-4DD4-ABB3-1B083375619F}" type="slidenum">
              <a:rPr lang="en-US" altLang="en-US" sz="1200"/>
              <a:pPr eaLnBrk="1" hangingPunct="1"/>
              <a:t>22</a:t>
            </a:fld>
            <a:endParaRPr lang="en-US" altLang="en-US" sz="1200"/>
          </a:p>
        </p:txBody>
      </p:sp>
      <p:sp>
        <p:nvSpPr>
          <p:cNvPr id="63491" name="Rectangle 2"/>
          <p:cNvSpPr>
            <a:spLocks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7847386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45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896497F5-2399-46FC-A2D9-3A2A33794E6A}" type="slidenum">
              <a:rPr lang="en-US" altLang="en-US" sz="1200"/>
              <a:pPr eaLnBrk="1" hangingPunct="1"/>
              <a:t>23</a:t>
            </a:fld>
            <a:endParaRPr lang="en-US" altLang="en-US" sz="1200"/>
          </a:p>
        </p:txBody>
      </p:sp>
    </p:spTree>
    <p:extLst>
      <p:ext uri="{BB962C8B-B14F-4D97-AF65-F5344CB8AC3E}">
        <p14:creationId xmlns:p14="http://schemas.microsoft.com/office/powerpoint/2010/main" val="22709817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8C9181A3-5715-477F-A93A-0F15FA75911A}" type="slidenum">
              <a:rPr lang="en-US" altLang="en-US" sz="1200"/>
              <a:pPr eaLnBrk="1" hangingPunct="1"/>
              <a:t>24</a:t>
            </a:fld>
            <a:endParaRPr lang="en-US" altLang="en-US" sz="1200"/>
          </a:p>
        </p:txBody>
      </p:sp>
      <p:sp>
        <p:nvSpPr>
          <p:cNvPr id="65539" name="Rectangle 2"/>
          <p:cNvSpPr>
            <a:spLocks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42889851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97EA768-3C34-4C61-A85A-7B031141B50A}" type="slidenum">
              <a:rPr lang="en-US" altLang="en-US" sz="1200">
                <a:ea typeface="ＭＳ Ｐゴシック" panose="020B0600070205080204" pitchFamily="34" charset="-128"/>
              </a:rPr>
              <a:pPr eaLnBrk="1" hangingPunct="1"/>
              <a:t>25</a:t>
            </a:fld>
            <a:endParaRPr lang="en-US" altLang="en-US" sz="1200">
              <a:ea typeface="ＭＳ Ｐゴシック" panose="020B0600070205080204" pitchFamily="34" charset="-128"/>
            </a:endParaRPr>
          </a:p>
        </p:txBody>
      </p:sp>
      <p:sp>
        <p:nvSpPr>
          <p:cNvPr id="66563" name="Rectangle 2"/>
          <p:cNvSpPr>
            <a:spLocks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ea typeface="ＭＳ Ｐゴシック" panose="020B0600070205080204" pitchFamily="34" charset="-128"/>
            </a:endParaRPr>
          </a:p>
        </p:txBody>
      </p:sp>
    </p:spTree>
    <p:extLst>
      <p:ext uri="{BB962C8B-B14F-4D97-AF65-F5344CB8AC3E}">
        <p14:creationId xmlns:p14="http://schemas.microsoft.com/office/powerpoint/2010/main" val="835633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525F3151-52C2-42B8-8A87-7D4BD1283517}" type="slidenum">
              <a:rPr lang="en-US" altLang="en-US" sz="1200"/>
              <a:pPr eaLnBrk="1" hangingPunct="1"/>
              <a:t>26</a:t>
            </a:fld>
            <a:endParaRPr lang="en-US" altLang="en-US" sz="1200"/>
          </a:p>
        </p:txBody>
      </p:sp>
    </p:spTree>
    <p:extLst>
      <p:ext uri="{BB962C8B-B14F-4D97-AF65-F5344CB8AC3E}">
        <p14:creationId xmlns:p14="http://schemas.microsoft.com/office/powerpoint/2010/main" val="24452937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F8FDA12A-65C7-4140-9053-6F261887CAD4}" type="slidenum">
              <a:rPr lang="en-US" altLang="en-US" sz="1200"/>
              <a:pPr eaLnBrk="1" hangingPunct="1"/>
              <a:t>27</a:t>
            </a:fld>
            <a:endParaRPr lang="en-US" altLang="en-US" sz="1200"/>
          </a:p>
        </p:txBody>
      </p:sp>
      <p:sp>
        <p:nvSpPr>
          <p:cNvPr id="68611" name="Rectangle 2"/>
          <p:cNvSpPr>
            <a:spLocks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1894354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338D1B70-D510-478D-ADEF-EEAA93F98089}" type="slidenum">
              <a:rPr lang="en-US" altLang="en-US" sz="1200"/>
              <a:pPr eaLnBrk="1" hangingPunct="1"/>
              <a:t>28</a:t>
            </a:fld>
            <a:endParaRPr lang="en-US" altLang="en-US" sz="1200"/>
          </a:p>
        </p:txBody>
      </p:sp>
      <p:sp>
        <p:nvSpPr>
          <p:cNvPr id="69635" name="Rectangle 2"/>
          <p:cNvSpPr>
            <a:spLocks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4374853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94A8599-EFD9-491F-B82B-B041A1521511}" type="slidenum">
              <a:rPr lang="en-US" altLang="en-US" sz="1200"/>
              <a:pPr eaLnBrk="1" hangingPunct="1"/>
              <a:t>29</a:t>
            </a:fld>
            <a:endParaRPr lang="en-US" altLang="en-US" sz="1200"/>
          </a:p>
        </p:txBody>
      </p:sp>
      <p:sp>
        <p:nvSpPr>
          <p:cNvPr id="70659" name="Rectangle 2"/>
          <p:cNvSpPr>
            <a:spLocks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4232771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83E8632-53EB-435D-990F-51AAD6BCD27D}" type="slidenum">
              <a:rPr lang="en-US" altLang="en-US" sz="1200"/>
              <a:pPr eaLnBrk="1" hangingPunct="1"/>
              <a:t>30</a:t>
            </a:fld>
            <a:endParaRPr lang="en-US" altLang="en-US" sz="1200"/>
          </a:p>
        </p:txBody>
      </p:sp>
      <p:sp>
        <p:nvSpPr>
          <p:cNvPr id="71683" name="Rectangle 2"/>
          <p:cNvSpPr>
            <a:spLocks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z="2400" smtClean="0"/>
          </a:p>
        </p:txBody>
      </p:sp>
    </p:spTree>
    <p:extLst>
      <p:ext uri="{BB962C8B-B14F-4D97-AF65-F5344CB8AC3E}">
        <p14:creationId xmlns:p14="http://schemas.microsoft.com/office/powerpoint/2010/main" val="13471615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D49DB67-7883-448E-8211-ABCEE21ACBEE}" type="slidenum">
              <a:rPr lang="en-US" altLang="en-US" sz="1200"/>
              <a:pPr eaLnBrk="1" hangingPunct="1"/>
              <a:t>31</a:t>
            </a:fld>
            <a:endParaRPr lang="en-US" altLang="en-US" sz="1200"/>
          </a:p>
        </p:txBody>
      </p:sp>
    </p:spTree>
    <p:extLst>
      <p:ext uri="{BB962C8B-B14F-4D97-AF65-F5344CB8AC3E}">
        <p14:creationId xmlns:p14="http://schemas.microsoft.com/office/powerpoint/2010/main" val="2577025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C012B15D-43E6-4153-AD3B-9BB323DDBB3E}" type="slidenum">
              <a:rPr lang="en-US" altLang="en-US"/>
              <a:pPr/>
              <a:t>‹#›</a:t>
            </a:fld>
            <a:endParaRPr lang="en-US" altLang="en-US"/>
          </a:p>
        </p:txBody>
      </p:sp>
    </p:spTree>
    <p:extLst>
      <p:ext uri="{BB962C8B-B14F-4D97-AF65-F5344CB8AC3E}">
        <p14:creationId xmlns:p14="http://schemas.microsoft.com/office/powerpoint/2010/main" val="48997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A5D99AF1-F9CF-4D95-A2B5-5D8E1CFE4989}" type="slidenum">
              <a:rPr lang="en-US" altLang="en-US"/>
              <a:pPr/>
              <a:t>‹#›</a:t>
            </a:fld>
            <a:endParaRPr lang="en-US" altLang="en-US"/>
          </a:p>
        </p:txBody>
      </p:sp>
    </p:spTree>
    <p:extLst>
      <p:ext uri="{BB962C8B-B14F-4D97-AF65-F5344CB8AC3E}">
        <p14:creationId xmlns:p14="http://schemas.microsoft.com/office/powerpoint/2010/main" val="3043150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C77B665F-22B2-479F-ABAA-27798D3807FC}" type="slidenum">
              <a:rPr lang="en-US" altLang="en-US"/>
              <a:pPr/>
              <a:t>‹#›</a:t>
            </a:fld>
            <a:endParaRPr lang="en-US" altLang="en-US"/>
          </a:p>
        </p:txBody>
      </p:sp>
    </p:spTree>
    <p:extLst>
      <p:ext uri="{BB962C8B-B14F-4D97-AF65-F5344CB8AC3E}">
        <p14:creationId xmlns:p14="http://schemas.microsoft.com/office/powerpoint/2010/main" val="999211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BF65FABA-8C24-4744-A7D8-24185E321FFE}" type="slidenum">
              <a:rPr lang="en-US" altLang="en-US"/>
              <a:pPr/>
              <a:t>‹#›</a:t>
            </a:fld>
            <a:endParaRPr lang="en-US" altLang="en-US"/>
          </a:p>
        </p:txBody>
      </p:sp>
    </p:spTree>
    <p:extLst>
      <p:ext uri="{BB962C8B-B14F-4D97-AF65-F5344CB8AC3E}">
        <p14:creationId xmlns:p14="http://schemas.microsoft.com/office/powerpoint/2010/main" val="2828928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719E8181-7636-46D3-B2A3-D8CE1E473FD6}" type="slidenum">
              <a:rPr lang="en-US" altLang="en-US"/>
              <a:pPr/>
              <a:t>‹#›</a:t>
            </a:fld>
            <a:endParaRPr lang="en-US" altLang="en-US"/>
          </a:p>
        </p:txBody>
      </p:sp>
    </p:spTree>
    <p:extLst>
      <p:ext uri="{BB962C8B-B14F-4D97-AF65-F5344CB8AC3E}">
        <p14:creationId xmlns:p14="http://schemas.microsoft.com/office/powerpoint/2010/main" val="3226724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0217CE6B-3E45-4F4A-84DB-0540D1A32B1C}" type="slidenum">
              <a:rPr lang="en-US" altLang="en-US"/>
              <a:pPr/>
              <a:t>‹#›</a:t>
            </a:fld>
            <a:endParaRPr lang="en-US" altLang="en-US"/>
          </a:p>
        </p:txBody>
      </p:sp>
    </p:spTree>
    <p:extLst>
      <p:ext uri="{BB962C8B-B14F-4D97-AF65-F5344CB8AC3E}">
        <p14:creationId xmlns:p14="http://schemas.microsoft.com/office/powerpoint/2010/main" val="1074108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F7245E7F-CD20-4605-9CBB-6B61A3CCB61A}" type="slidenum">
              <a:rPr lang="en-US" altLang="en-US"/>
              <a:pPr/>
              <a:t>‹#›</a:t>
            </a:fld>
            <a:endParaRPr lang="en-US" altLang="en-US"/>
          </a:p>
        </p:txBody>
      </p:sp>
    </p:spTree>
    <p:extLst>
      <p:ext uri="{BB962C8B-B14F-4D97-AF65-F5344CB8AC3E}">
        <p14:creationId xmlns:p14="http://schemas.microsoft.com/office/powerpoint/2010/main" val="3009026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645B8900-373A-4621-B92C-ABA2101E832A}" type="slidenum">
              <a:rPr lang="en-US" altLang="en-US"/>
              <a:pPr/>
              <a:t>‹#›</a:t>
            </a:fld>
            <a:endParaRPr lang="en-US" altLang="en-US"/>
          </a:p>
        </p:txBody>
      </p:sp>
    </p:spTree>
    <p:extLst>
      <p:ext uri="{BB962C8B-B14F-4D97-AF65-F5344CB8AC3E}">
        <p14:creationId xmlns:p14="http://schemas.microsoft.com/office/powerpoint/2010/main" val="165162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4D9E3E7E-2E86-4973-9E7A-CF451ADCCCC7}" type="slidenum">
              <a:rPr lang="en-US" altLang="en-US"/>
              <a:pPr/>
              <a:t>‹#›</a:t>
            </a:fld>
            <a:endParaRPr lang="en-US" altLang="en-US"/>
          </a:p>
        </p:txBody>
      </p:sp>
    </p:spTree>
    <p:extLst>
      <p:ext uri="{BB962C8B-B14F-4D97-AF65-F5344CB8AC3E}">
        <p14:creationId xmlns:p14="http://schemas.microsoft.com/office/powerpoint/2010/main" val="3935713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35891D71-4AB1-4C98-A8B7-D379748EA1A3}" type="slidenum">
              <a:rPr lang="en-US" altLang="en-US"/>
              <a:pPr/>
              <a:t>‹#›</a:t>
            </a:fld>
            <a:endParaRPr lang="en-US" altLang="en-US"/>
          </a:p>
        </p:txBody>
      </p:sp>
    </p:spTree>
    <p:extLst>
      <p:ext uri="{BB962C8B-B14F-4D97-AF65-F5344CB8AC3E}">
        <p14:creationId xmlns:p14="http://schemas.microsoft.com/office/powerpoint/2010/main" val="4231585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8550691A-C9EE-40BC-A604-A386D7F4BCEE}" type="slidenum">
              <a:rPr lang="en-US" altLang="en-US"/>
              <a:pPr/>
              <a:t>‹#›</a:t>
            </a:fld>
            <a:endParaRPr lang="en-US" altLang="en-US"/>
          </a:p>
        </p:txBody>
      </p:sp>
    </p:spTree>
    <p:extLst>
      <p:ext uri="{BB962C8B-B14F-4D97-AF65-F5344CB8AC3E}">
        <p14:creationId xmlns:p14="http://schemas.microsoft.com/office/powerpoint/2010/main" val="35657756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A9BF6DC2-E372-4086-A3D5-9252426CEE20}" type="slidenum">
              <a:rPr lang="en-US" altLang="en-US"/>
              <a:pPr/>
              <a:t>‹#›</a:t>
            </a:fld>
            <a:endParaRPr lang="en-US" altLang="en-US"/>
          </a:p>
        </p:txBody>
      </p:sp>
    </p:spTree>
    <p:extLst>
      <p:ext uri="{BB962C8B-B14F-4D97-AF65-F5344CB8AC3E}">
        <p14:creationId xmlns:p14="http://schemas.microsoft.com/office/powerpoint/2010/main" val="25989775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2084388" y="296863"/>
            <a:ext cx="6823075" cy="5353050"/>
            <a:chOff x="1313" y="187"/>
            <a:chExt cx="4298" cy="3372"/>
          </a:xfrm>
        </p:grpSpPr>
        <p:grpSp>
          <p:nvGrpSpPr>
            <p:cNvPr id="5" name="Group 3"/>
            <p:cNvGrpSpPr>
              <a:grpSpLocks/>
            </p:cNvGrpSpPr>
            <p:nvPr/>
          </p:nvGrpSpPr>
          <p:grpSpPr bwMode="auto">
            <a:xfrm>
              <a:off x="2194" y="601"/>
              <a:ext cx="596" cy="447"/>
              <a:chOff x="0" y="0"/>
              <a:chExt cx="768" cy="576"/>
            </a:xfrm>
          </p:grpSpPr>
          <p:sp>
            <p:nvSpPr>
              <p:cNvPr id="135" name="Oval 4"/>
              <p:cNvSpPr>
                <a:spLocks noChangeArrowheads="1"/>
              </p:cNvSpPr>
              <p:nvPr/>
            </p:nvSpPr>
            <p:spPr bwMode="hidden">
              <a:xfrm>
                <a:off x="0"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136" name="Oval 5"/>
              <p:cNvSpPr>
                <a:spLocks noChangeArrowheads="1"/>
              </p:cNvSpPr>
              <p:nvPr/>
            </p:nvSpPr>
            <p:spPr bwMode="hidden">
              <a:xfrm>
                <a:off x="276" y="253"/>
                <a:ext cx="187" cy="107"/>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6" name="Group 6"/>
            <p:cNvGrpSpPr>
              <a:grpSpLocks/>
            </p:cNvGrpSpPr>
            <p:nvPr/>
          </p:nvGrpSpPr>
          <p:grpSpPr bwMode="auto">
            <a:xfrm>
              <a:off x="1312" y="186"/>
              <a:ext cx="4299" cy="3371"/>
              <a:chOff x="0" y="2"/>
              <a:chExt cx="5533" cy="4339"/>
            </a:xfrm>
          </p:grpSpPr>
          <p:grpSp>
            <p:nvGrpSpPr>
              <p:cNvPr id="22" name="Group 7"/>
              <p:cNvGrpSpPr>
                <a:grpSpLocks/>
              </p:cNvGrpSpPr>
              <p:nvPr/>
            </p:nvGrpSpPr>
            <p:grpSpPr bwMode="auto">
              <a:xfrm>
                <a:off x="0" y="2"/>
                <a:ext cx="5470" cy="4339"/>
                <a:chOff x="0" y="2"/>
                <a:chExt cx="5470" cy="4339"/>
              </a:xfrm>
            </p:grpSpPr>
            <p:grpSp>
              <p:nvGrpSpPr>
                <p:cNvPr id="33" name="Group 8"/>
                <p:cNvGrpSpPr>
                  <a:grpSpLocks/>
                </p:cNvGrpSpPr>
                <p:nvPr/>
              </p:nvGrpSpPr>
              <p:grpSpPr bwMode="auto">
                <a:xfrm>
                  <a:off x="1339" y="788"/>
                  <a:ext cx="2919" cy="2149"/>
                  <a:chOff x="1265" y="816"/>
                  <a:chExt cx="2919" cy="2149"/>
                </a:xfrm>
              </p:grpSpPr>
              <p:sp>
                <p:nvSpPr>
                  <p:cNvPr id="133" name="Oval 9"/>
                  <p:cNvSpPr>
                    <a:spLocks noChangeArrowheads="1"/>
                  </p:cNvSpPr>
                  <p:nvPr/>
                </p:nvSpPr>
                <p:spPr bwMode="hidden">
                  <a:xfrm>
                    <a:off x="1265" y="816"/>
                    <a:ext cx="2919" cy="2148"/>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134" name="Oval 10"/>
                  <p:cNvSpPr>
                    <a:spLocks noChangeArrowheads="1"/>
                  </p:cNvSpPr>
                  <p:nvPr/>
                </p:nvSpPr>
                <p:spPr bwMode="hidden">
                  <a:xfrm>
                    <a:off x="2379" y="1602"/>
                    <a:ext cx="578" cy="405"/>
                  </a:xfrm>
                  <a:prstGeom prst="ellipse">
                    <a:avLst/>
                  </a:prstGeom>
                  <a:gradFill rotWithShape="0">
                    <a:gsLst>
                      <a:gs pos="0">
                        <a:schemeClr val="accent2"/>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4" name="Group 11"/>
                <p:cNvGrpSpPr>
                  <a:grpSpLocks/>
                </p:cNvGrpSpPr>
                <p:nvPr/>
              </p:nvGrpSpPr>
              <p:grpSpPr bwMode="auto">
                <a:xfrm>
                  <a:off x="0" y="2"/>
                  <a:ext cx="5470" cy="4339"/>
                  <a:chOff x="0" y="2"/>
                  <a:chExt cx="5470" cy="4339"/>
                </a:xfrm>
              </p:grpSpPr>
              <p:grpSp>
                <p:nvGrpSpPr>
                  <p:cNvPr id="35" name="Group 12"/>
                  <p:cNvGrpSpPr>
                    <a:grpSpLocks/>
                  </p:cNvGrpSpPr>
                  <p:nvPr/>
                </p:nvGrpSpPr>
                <p:grpSpPr bwMode="auto">
                  <a:xfrm>
                    <a:off x="3544" y="1504"/>
                    <a:ext cx="1259" cy="2324"/>
                    <a:chOff x="3470" y="1532"/>
                    <a:chExt cx="1259" cy="2324"/>
                  </a:xfrm>
                </p:grpSpPr>
                <p:sp>
                  <p:nvSpPr>
                    <p:cNvPr id="131" name="Freeform 13"/>
                    <p:cNvSpPr>
                      <a:spLocks/>
                    </p:cNvSpPr>
                    <p:nvPr/>
                  </p:nvSpPr>
                  <p:spPr bwMode="hidden">
                    <a:xfrm rot="2711884">
                      <a:off x="2764" y="2238"/>
                      <a:ext cx="1725"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132" name="Freeform 14"/>
                    <p:cNvSpPr>
                      <a:spLocks/>
                    </p:cNvSpPr>
                    <p:nvPr/>
                  </p:nvSpPr>
                  <p:spPr bwMode="hidden">
                    <a:xfrm rot="2711884">
                      <a:off x="4022" y="3148"/>
                      <a:ext cx="924"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6" name="Group 15"/>
                  <p:cNvGrpSpPr>
                    <a:grpSpLocks/>
                  </p:cNvGrpSpPr>
                  <p:nvPr/>
                </p:nvGrpSpPr>
                <p:grpSpPr bwMode="auto">
                  <a:xfrm>
                    <a:off x="2938" y="1991"/>
                    <a:ext cx="2462" cy="1332"/>
                    <a:chOff x="2864" y="2019"/>
                    <a:chExt cx="2462" cy="1332"/>
                  </a:xfrm>
                </p:grpSpPr>
                <p:sp>
                  <p:nvSpPr>
                    <p:cNvPr id="129" name="Freeform 16"/>
                    <p:cNvSpPr>
                      <a:spLocks/>
                    </p:cNvSpPr>
                    <p:nvPr/>
                  </p:nvSpPr>
                  <p:spPr bwMode="hidden">
                    <a:xfrm rot="2104081">
                      <a:off x="2864" y="2019"/>
                      <a:ext cx="1813" cy="3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30" name="Freeform 17"/>
                    <p:cNvSpPr>
                      <a:spLocks/>
                    </p:cNvSpPr>
                    <p:nvPr/>
                  </p:nvSpPr>
                  <p:spPr bwMode="hidden">
                    <a:xfrm rot="2104081">
                      <a:off x="4352" y="2806"/>
                      <a:ext cx="974" cy="54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7" name="Group 18"/>
                  <p:cNvGrpSpPr>
                    <a:grpSpLocks/>
                  </p:cNvGrpSpPr>
                  <p:nvPr/>
                </p:nvGrpSpPr>
                <p:grpSpPr bwMode="auto">
                  <a:xfrm>
                    <a:off x="2970" y="1803"/>
                    <a:ext cx="2478" cy="1065"/>
                    <a:chOff x="2896" y="1831"/>
                    <a:chExt cx="2478" cy="1065"/>
                  </a:xfrm>
                </p:grpSpPr>
                <p:sp>
                  <p:nvSpPr>
                    <p:cNvPr id="127" name="Freeform 19"/>
                    <p:cNvSpPr>
                      <a:spLocks/>
                    </p:cNvSpPr>
                    <p:nvPr/>
                  </p:nvSpPr>
                  <p:spPr bwMode="hidden">
                    <a:xfrm rot="1582915">
                      <a:off x="2896" y="1831"/>
                      <a:ext cx="1736" cy="30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8" name="Freeform 20"/>
                    <p:cNvSpPr>
                      <a:spLocks/>
                    </p:cNvSpPr>
                    <p:nvPr/>
                  </p:nvSpPr>
                  <p:spPr bwMode="hidden">
                    <a:xfrm rot="1582915">
                      <a:off x="4442" y="2420"/>
                      <a:ext cx="932" cy="47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8" name="Group 21"/>
                  <p:cNvGrpSpPr>
                    <a:grpSpLocks/>
                  </p:cNvGrpSpPr>
                  <p:nvPr/>
                </p:nvGrpSpPr>
                <p:grpSpPr bwMode="auto">
                  <a:xfrm>
                    <a:off x="2998" y="1608"/>
                    <a:ext cx="2472" cy="927"/>
                    <a:chOff x="2924" y="1636"/>
                    <a:chExt cx="2472" cy="927"/>
                  </a:xfrm>
                </p:grpSpPr>
                <p:sp>
                  <p:nvSpPr>
                    <p:cNvPr id="125" name="Freeform 22"/>
                    <p:cNvSpPr>
                      <a:spLocks/>
                    </p:cNvSpPr>
                    <p:nvPr/>
                  </p:nvSpPr>
                  <p:spPr bwMode="hidden">
                    <a:xfrm rot="1080363">
                      <a:off x="2924" y="1636"/>
                      <a:ext cx="1677" cy="33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6" name="Freeform 23"/>
                    <p:cNvSpPr>
                      <a:spLocks/>
                    </p:cNvSpPr>
                    <p:nvPr/>
                  </p:nvSpPr>
                  <p:spPr bwMode="hidden">
                    <a:xfrm rot="1080363">
                      <a:off x="4495" y="2037"/>
                      <a:ext cx="901" cy="52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9" name="Group 24"/>
                  <p:cNvGrpSpPr>
                    <a:grpSpLocks/>
                  </p:cNvGrpSpPr>
                  <p:nvPr/>
                </p:nvGrpSpPr>
                <p:grpSpPr bwMode="auto">
                  <a:xfrm>
                    <a:off x="3032" y="1386"/>
                    <a:ext cx="2341" cy="657"/>
                    <a:chOff x="2958" y="1414"/>
                    <a:chExt cx="2341" cy="657"/>
                  </a:xfrm>
                </p:grpSpPr>
                <p:sp>
                  <p:nvSpPr>
                    <p:cNvPr id="123" name="Freeform 25"/>
                    <p:cNvSpPr>
                      <a:spLocks/>
                    </p:cNvSpPr>
                    <p:nvPr/>
                  </p:nvSpPr>
                  <p:spPr bwMode="hidden">
                    <a:xfrm rot="463793">
                      <a:off x="2958" y="1414"/>
                      <a:ext cx="154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4" name="Freeform 26"/>
                    <p:cNvSpPr>
                      <a:spLocks/>
                    </p:cNvSpPr>
                    <p:nvPr/>
                  </p:nvSpPr>
                  <p:spPr bwMode="hidden">
                    <a:xfrm rot="463793">
                      <a:off x="4469" y="1582"/>
                      <a:ext cx="830"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40" name="Group 27"/>
                  <p:cNvGrpSpPr>
                    <a:grpSpLocks/>
                  </p:cNvGrpSpPr>
                  <p:nvPr/>
                </p:nvGrpSpPr>
                <p:grpSpPr bwMode="auto">
                  <a:xfrm>
                    <a:off x="3057" y="1241"/>
                    <a:ext cx="2150" cy="342"/>
                    <a:chOff x="2983" y="1269"/>
                    <a:chExt cx="2150" cy="342"/>
                  </a:xfrm>
                </p:grpSpPr>
                <p:sp>
                  <p:nvSpPr>
                    <p:cNvPr id="121" name="Freeform 28"/>
                    <p:cNvSpPr>
                      <a:spLocks/>
                    </p:cNvSpPr>
                    <p:nvPr/>
                  </p:nvSpPr>
                  <p:spPr bwMode="hidden">
                    <a:xfrm rot="-84182">
                      <a:off x="2983" y="1289"/>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2" name="Freeform 29"/>
                    <p:cNvSpPr>
                      <a:spLocks/>
                    </p:cNvSpPr>
                    <p:nvPr/>
                  </p:nvSpPr>
                  <p:spPr bwMode="hidden">
                    <a:xfrm rot="-84182">
                      <a:off x="4379" y="1270"/>
                      <a:ext cx="754" cy="34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41" name="Group 30"/>
                  <p:cNvGrpSpPr>
                    <a:grpSpLocks/>
                  </p:cNvGrpSpPr>
                  <p:nvPr/>
                </p:nvGrpSpPr>
                <p:grpSpPr bwMode="auto">
                  <a:xfrm>
                    <a:off x="3012" y="891"/>
                    <a:ext cx="1879" cy="424"/>
                    <a:chOff x="2938" y="919"/>
                    <a:chExt cx="1879" cy="424"/>
                  </a:xfrm>
                </p:grpSpPr>
                <p:sp>
                  <p:nvSpPr>
                    <p:cNvPr id="119" name="Freeform 31"/>
                    <p:cNvSpPr>
                      <a:spLocks/>
                    </p:cNvSpPr>
                    <p:nvPr/>
                  </p:nvSpPr>
                  <p:spPr bwMode="hidden">
                    <a:xfrm rot="-802576">
                      <a:off x="2938" y="1128"/>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0" name="Freeform 32"/>
                    <p:cNvSpPr>
                      <a:spLocks/>
                    </p:cNvSpPr>
                    <p:nvPr/>
                  </p:nvSpPr>
                  <p:spPr bwMode="hidden">
                    <a:xfrm rot="-802576">
                      <a:off x="4155" y="919"/>
                      <a:ext cx="662" cy="33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42" name="Group 33"/>
                  <p:cNvGrpSpPr>
                    <a:grpSpLocks/>
                  </p:cNvGrpSpPr>
                  <p:nvPr/>
                </p:nvGrpSpPr>
                <p:grpSpPr bwMode="auto">
                  <a:xfrm>
                    <a:off x="711" y="1625"/>
                    <a:ext cx="1257" cy="2326"/>
                    <a:chOff x="637" y="1653"/>
                    <a:chExt cx="1257" cy="2326"/>
                  </a:xfrm>
                </p:grpSpPr>
                <p:sp>
                  <p:nvSpPr>
                    <p:cNvPr id="117" name="Freeform 34"/>
                    <p:cNvSpPr>
                      <a:spLocks/>
                    </p:cNvSpPr>
                    <p:nvPr/>
                  </p:nvSpPr>
                  <p:spPr bwMode="hidden">
                    <a:xfrm rot="18888116" flipH="1">
                      <a:off x="876" y="2358"/>
                      <a:ext cx="172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8" name="Freeform 35"/>
                    <p:cNvSpPr>
                      <a:spLocks/>
                    </p:cNvSpPr>
                    <p:nvPr/>
                  </p:nvSpPr>
                  <p:spPr bwMode="hidden">
                    <a:xfrm rot="18888116" flipH="1">
                      <a:off x="419" y="3271"/>
                      <a:ext cx="925"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3" name="Group 36"/>
                  <p:cNvGrpSpPr>
                    <a:grpSpLocks/>
                  </p:cNvGrpSpPr>
                  <p:nvPr/>
                </p:nvGrpSpPr>
                <p:grpSpPr bwMode="auto">
                  <a:xfrm>
                    <a:off x="69" y="2168"/>
                    <a:ext cx="2461" cy="1334"/>
                    <a:chOff x="-5" y="2196"/>
                    <a:chExt cx="2461" cy="1334"/>
                  </a:xfrm>
                </p:grpSpPr>
                <p:sp>
                  <p:nvSpPr>
                    <p:cNvPr id="115" name="Freeform 37"/>
                    <p:cNvSpPr>
                      <a:spLocks/>
                    </p:cNvSpPr>
                    <p:nvPr/>
                  </p:nvSpPr>
                  <p:spPr bwMode="hidden">
                    <a:xfrm rot="19495919" flipH="1">
                      <a:off x="644" y="2196"/>
                      <a:ext cx="1812" cy="348"/>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6" name="Freeform 38"/>
                    <p:cNvSpPr>
                      <a:spLocks/>
                    </p:cNvSpPr>
                    <p:nvPr/>
                  </p:nvSpPr>
                  <p:spPr bwMode="hidden">
                    <a:xfrm rot="19495919" flipH="1">
                      <a:off x="-5" y="2984"/>
                      <a:ext cx="973" cy="54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4" name="Group 39"/>
                  <p:cNvGrpSpPr>
                    <a:grpSpLocks/>
                  </p:cNvGrpSpPr>
                  <p:nvPr/>
                </p:nvGrpSpPr>
                <p:grpSpPr bwMode="auto">
                  <a:xfrm>
                    <a:off x="22" y="1981"/>
                    <a:ext cx="2477" cy="1063"/>
                    <a:chOff x="-52" y="2009"/>
                    <a:chExt cx="2477" cy="1063"/>
                  </a:xfrm>
                </p:grpSpPr>
                <p:sp>
                  <p:nvSpPr>
                    <p:cNvPr id="113" name="Freeform 40"/>
                    <p:cNvSpPr>
                      <a:spLocks/>
                    </p:cNvSpPr>
                    <p:nvPr/>
                  </p:nvSpPr>
                  <p:spPr bwMode="hidden">
                    <a:xfrm rot="20017085" flipH="1">
                      <a:off x="689" y="2008"/>
                      <a:ext cx="1736" cy="30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4" name="Freeform 41"/>
                    <p:cNvSpPr>
                      <a:spLocks/>
                    </p:cNvSpPr>
                    <p:nvPr/>
                  </p:nvSpPr>
                  <p:spPr bwMode="hidden">
                    <a:xfrm rot="20017085" flipH="1">
                      <a:off x="-52" y="2595"/>
                      <a:ext cx="932" cy="47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5" name="Group 42"/>
                  <p:cNvGrpSpPr>
                    <a:grpSpLocks/>
                  </p:cNvGrpSpPr>
                  <p:nvPr/>
                </p:nvGrpSpPr>
                <p:grpSpPr bwMode="auto">
                  <a:xfrm>
                    <a:off x="0" y="1785"/>
                    <a:ext cx="2472" cy="928"/>
                    <a:chOff x="-74" y="1813"/>
                    <a:chExt cx="2472" cy="928"/>
                  </a:xfrm>
                </p:grpSpPr>
                <p:sp>
                  <p:nvSpPr>
                    <p:cNvPr id="111" name="Freeform 43"/>
                    <p:cNvSpPr>
                      <a:spLocks/>
                    </p:cNvSpPr>
                    <p:nvPr/>
                  </p:nvSpPr>
                  <p:spPr bwMode="hidden">
                    <a:xfrm rot="20519637" flipH="1">
                      <a:off x="721" y="1813"/>
                      <a:ext cx="1677" cy="33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2" name="Freeform 44"/>
                    <p:cNvSpPr>
                      <a:spLocks/>
                    </p:cNvSpPr>
                    <p:nvPr/>
                  </p:nvSpPr>
                  <p:spPr bwMode="hidden">
                    <a:xfrm rot="20519637" flipH="1">
                      <a:off x="-74" y="2214"/>
                      <a:ext cx="901" cy="52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6" name="Group 45"/>
                  <p:cNvGrpSpPr>
                    <a:grpSpLocks/>
                  </p:cNvGrpSpPr>
                  <p:nvPr/>
                </p:nvGrpSpPr>
                <p:grpSpPr bwMode="auto">
                  <a:xfrm>
                    <a:off x="97" y="1563"/>
                    <a:ext cx="2339" cy="656"/>
                    <a:chOff x="23" y="1591"/>
                    <a:chExt cx="2339" cy="656"/>
                  </a:xfrm>
                </p:grpSpPr>
                <p:sp>
                  <p:nvSpPr>
                    <p:cNvPr id="109" name="Freeform 46"/>
                    <p:cNvSpPr>
                      <a:spLocks/>
                    </p:cNvSpPr>
                    <p:nvPr/>
                  </p:nvSpPr>
                  <p:spPr bwMode="hidden">
                    <a:xfrm rot="21136207" flipH="1">
                      <a:off x="818" y="1591"/>
                      <a:ext cx="154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0" name="Freeform 47"/>
                    <p:cNvSpPr>
                      <a:spLocks/>
                    </p:cNvSpPr>
                    <p:nvPr/>
                  </p:nvSpPr>
                  <p:spPr bwMode="hidden">
                    <a:xfrm rot="21136207" flipH="1">
                      <a:off x="23" y="1759"/>
                      <a:ext cx="830" cy="48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7" name="Group 48"/>
                  <p:cNvGrpSpPr>
                    <a:grpSpLocks/>
                  </p:cNvGrpSpPr>
                  <p:nvPr/>
                </p:nvGrpSpPr>
                <p:grpSpPr bwMode="auto">
                  <a:xfrm>
                    <a:off x="263" y="1417"/>
                    <a:ext cx="2150" cy="344"/>
                    <a:chOff x="189" y="1445"/>
                    <a:chExt cx="2150" cy="344"/>
                  </a:xfrm>
                </p:grpSpPr>
                <p:sp>
                  <p:nvSpPr>
                    <p:cNvPr id="107" name="Freeform 49"/>
                    <p:cNvSpPr>
                      <a:spLocks/>
                    </p:cNvSpPr>
                    <p:nvPr/>
                  </p:nvSpPr>
                  <p:spPr bwMode="hidden">
                    <a:xfrm rot="84182" flipH="1">
                      <a:off x="935" y="1465"/>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8" name="Freeform 50"/>
                    <p:cNvSpPr>
                      <a:spLocks/>
                    </p:cNvSpPr>
                    <p:nvPr/>
                  </p:nvSpPr>
                  <p:spPr bwMode="hidden">
                    <a:xfrm rot="84182" flipH="1">
                      <a:off x="189" y="1445"/>
                      <a:ext cx="754" cy="3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8" name="Group 51"/>
                  <p:cNvGrpSpPr>
                    <a:grpSpLocks/>
                  </p:cNvGrpSpPr>
                  <p:nvPr/>
                </p:nvGrpSpPr>
                <p:grpSpPr bwMode="auto">
                  <a:xfrm>
                    <a:off x="579" y="1066"/>
                    <a:ext cx="1879" cy="427"/>
                    <a:chOff x="505" y="1094"/>
                    <a:chExt cx="1879" cy="427"/>
                  </a:xfrm>
                </p:grpSpPr>
                <p:sp>
                  <p:nvSpPr>
                    <p:cNvPr id="105" name="Freeform 52"/>
                    <p:cNvSpPr>
                      <a:spLocks/>
                    </p:cNvSpPr>
                    <p:nvPr/>
                  </p:nvSpPr>
                  <p:spPr bwMode="hidden">
                    <a:xfrm rot="802576" flipH="1">
                      <a:off x="1151" y="1306"/>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6" name="Freeform 53"/>
                    <p:cNvSpPr>
                      <a:spLocks/>
                    </p:cNvSpPr>
                    <p:nvPr/>
                  </p:nvSpPr>
                  <p:spPr bwMode="hidden">
                    <a:xfrm rot="802576" flipH="1">
                      <a:off x="505" y="1094"/>
                      <a:ext cx="662" cy="34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49" name="Group 54"/>
                  <p:cNvGrpSpPr>
                    <a:grpSpLocks/>
                  </p:cNvGrpSpPr>
                  <p:nvPr/>
                </p:nvGrpSpPr>
                <p:grpSpPr bwMode="auto">
                  <a:xfrm>
                    <a:off x="690" y="873"/>
                    <a:ext cx="1849" cy="552"/>
                    <a:chOff x="616" y="901"/>
                    <a:chExt cx="1849" cy="552"/>
                  </a:xfrm>
                </p:grpSpPr>
                <p:sp>
                  <p:nvSpPr>
                    <p:cNvPr id="103" name="Freeform 55"/>
                    <p:cNvSpPr>
                      <a:spLocks/>
                    </p:cNvSpPr>
                    <p:nvPr/>
                  </p:nvSpPr>
                  <p:spPr bwMode="hidden">
                    <a:xfrm rot="1277471" flipH="1">
                      <a:off x="1232" y="1239"/>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4" name="Freeform 56"/>
                    <p:cNvSpPr>
                      <a:spLocks/>
                    </p:cNvSpPr>
                    <p:nvPr/>
                  </p:nvSpPr>
                  <p:spPr bwMode="hidden">
                    <a:xfrm rot="1277471" flipH="1">
                      <a:off x="616" y="901"/>
                      <a:ext cx="662" cy="33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0" name="Group 57"/>
                  <p:cNvGrpSpPr>
                    <a:grpSpLocks/>
                  </p:cNvGrpSpPr>
                  <p:nvPr/>
                </p:nvGrpSpPr>
                <p:grpSpPr bwMode="auto">
                  <a:xfrm>
                    <a:off x="911" y="589"/>
                    <a:ext cx="1767" cy="743"/>
                    <a:chOff x="911" y="589"/>
                    <a:chExt cx="1767" cy="743"/>
                  </a:xfrm>
                </p:grpSpPr>
                <p:sp>
                  <p:nvSpPr>
                    <p:cNvPr id="101" name="Freeform 58"/>
                    <p:cNvSpPr>
                      <a:spLocks/>
                    </p:cNvSpPr>
                    <p:nvPr/>
                  </p:nvSpPr>
                  <p:spPr bwMode="hidden">
                    <a:xfrm rot="2028410" flipH="1">
                      <a:off x="1445" y="1117"/>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2" name="Freeform 59"/>
                    <p:cNvSpPr>
                      <a:spLocks/>
                    </p:cNvSpPr>
                    <p:nvPr/>
                  </p:nvSpPr>
                  <p:spPr bwMode="hidden">
                    <a:xfrm rot="2028410" flipH="1">
                      <a:off x="911" y="589"/>
                      <a:ext cx="662"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1" name="Group 60"/>
                  <p:cNvGrpSpPr>
                    <a:grpSpLocks/>
                  </p:cNvGrpSpPr>
                  <p:nvPr/>
                </p:nvGrpSpPr>
                <p:grpSpPr bwMode="auto">
                  <a:xfrm>
                    <a:off x="1120" y="300"/>
                    <a:ext cx="1693" cy="892"/>
                    <a:chOff x="1120" y="300"/>
                    <a:chExt cx="1693" cy="892"/>
                  </a:xfrm>
                </p:grpSpPr>
                <p:sp>
                  <p:nvSpPr>
                    <p:cNvPr id="99" name="Freeform 61"/>
                    <p:cNvSpPr>
                      <a:spLocks/>
                    </p:cNvSpPr>
                    <p:nvPr/>
                  </p:nvSpPr>
                  <p:spPr bwMode="hidden">
                    <a:xfrm rot="2664424" flipH="1">
                      <a:off x="1562" y="978"/>
                      <a:ext cx="1251"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0" name="Freeform 62"/>
                    <p:cNvSpPr>
                      <a:spLocks/>
                    </p:cNvSpPr>
                    <p:nvPr/>
                  </p:nvSpPr>
                  <p:spPr bwMode="hidden">
                    <a:xfrm rot="2664424" flipH="1">
                      <a:off x="1120" y="301"/>
                      <a:ext cx="67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2" name="Group 63"/>
                  <p:cNvGrpSpPr>
                    <a:grpSpLocks/>
                  </p:cNvGrpSpPr>
                  <p:nvPr/>
                </p:nvGrpSpPr>
                <p:grpSpPr bwMode="auto">
                  <a:xfrm>
                    <a:off x="1707" y="74"/>
                    <a:ext cx="778" cy="1515"/>
                    <a:chOff x="1633" y="102"/>
                    <a:chExt cx="778" cy="1515"/>
                  </a:xfrm>
                </p:grpSpPr>
                <p:sp>
                  <p:nvSpPr>
                    <p:cNvPr id="97" name="Freeform 64"/>
                    <p:cNvSpPr>
                      <a:spLocks/>
                    </p:cNvSpPr>
                    <p:nvPr/>
                  </p:nvSpPr>
                  <p:spPr bwMode="hidden">
                    <a:xfrm rot="3473776" flipH="1">
                      <a:off x="1754" y="959"/>
                      <a:ext cx="1101"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8" name="Freeform 65"/>
                    <p:cNvSpPr>
                      <a:spLocks/>
                    </p:cNvSpPr>
                    <p:nvPr/>
                  </p:nvSpPr>
                  <p:spPr bwMode="hidden">
                    <a:xfrm rot="3473776" flipH="1">
                      <a:off x="1506" y="228"/>
                      <a:ext cx="591" cy="33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3" name="Group 66"/>
                  <p:cNvGrpSpPr>
                    <a:grpSpLocks/>
                  </p:cNvGrpSpPr>
                  <p:nvPr/>
                </p:nvGrpSpPr>
                <p:grpSpPr bwMode="auto">
                  <a:xfrm>
                    <a:off x="2009" y="2"/>
                    <a:ext cx="635" cy="1534"/>
                    <a:chOff x="1935" y="30"/>
                    <a:chExt cx="635" cy="1534"/>
                  </a:xfrm>
                </p:grpSpPr>
                <p:sp>
                  <p:nvSpPr>
                    <p:cNvPr id="95" name="Freeform 67"/>
                    <p:cNvSpPr>
                      <a:spLocks/>
                    </p:cNvSpPr>
                    <p:nvPr/>
                  </p:nvSpPr>
                  <p:spPr bwMode="hidden">
                    <a:xfrm rot="4126480" flipH="1">
                      <a:off x="1932" y="927"/>
                      <a:ext cx="1061"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6" name="Freeform 68"/>
                    <p:cNvSpPr>
                      <a:spLocks/>
                    </p:cNvSpPr>
                    <p:nvPr/>
                  </p:nvSpPr>
                  <p:spPr bwMode="hidden">
                    <a:xfrm rot="4126480" flipH="1">
                      <a:off x="1819" y="147"/>
                      <a:ext cx="570"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4" name="Group 69"/>
                  <p:cNvGrpSpPr>
                    <a:grpSpLocks/>
                  </p:cNvGrpSpPr>
                  <p:nvPr/>
                </p:nvGrpSpPr>
                <p:grpSpPr bwMode="auto">
                  <a:xfrm>
                    <a:off x="2896" y="643"/>
                    <a:ext cx="1846" cy="567"/>
                    <a:chOff x="2822" y="671"/>
                    <a:chExt cx="1846" cy="567"/>
                  </a:xfrm>
                </p:grpSpPr>
                <p:sp>
                  <p:nvSpPr>
                    <p:cNvPr id="93" name="Freeform 70"/>
                    <p:cNvSpPr>
                      <a:spLocks/>
                    </p:cNvSpPr>
                    <p:nvPr/>
                  </p:nvSpPr>
                  <p:spPr bwMode="hidden">
                    <a:xfrm rot="-1325434">
                      <a:off x="2822" y="1024"/>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4" name="Freeform 71"/>
                    <p:cNvSpPr>
                      <a:spLocks/>
                    </p:cNvSpPr>
                    <p:nvPr/>
                  </p:nvSpPr>
                  <p:spPr bwMode="hidden">
                    <a:xfrm rot="-1325434">
                      <a:off x="4005" y="671"/>
                      <a:ext cx="663" cy="34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55" name="Group 72"/>
                  <p:cNvGrpSpPr>
                    <a:grpSpLocks/>
                  </p:cNvGrpSpPr>
                  <p:nvPr/>
                </p:nvGrpSpPr>
                <p:grpSpPr bwMode="auto">
                  <a:xfrm>
                    <a:off x="2757" y="417"/>
                    <a:ext cx="1783" cy="717"/>
                    <a:chOff x="2683" y="445"/>
                    <a:chExt cx="1783" cy="717"/>
                  </a:xfrm>
                </p:grpSpPr>
                <p:sp>
                  <p:nvSpPr>
                    <p:cNvPr id="91" name="Freeform 73"/>
                    <p:cNvSpPr>
                      <a:spLocks/>
                    </p:cNvSpPr>
                    <p:nvPr/>
                  </p:nvSpPr>
                  <p:spPr bwMode="hidden">
                    <a:xfrm rot="-1921064">
                      <a:off x="2683" y="946"/>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2" name="Freeform 74"/>
                    <p:cNvSpPr>
                      <a:spLocks/>
                    </p:cNvSpPr>
                    <p:nvPr/>
                  </p:nvSpPr>
                  <p:spPr bwMode="hidden">
                    <a:xfrm rot="-1921064">
                      <a:off x="3803" y="444"/>
                      <a:ext cx="663"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sp>
                <p:nvSpPr>
                  <p:cNvPr id="56" name="Freeform 75"/>
                  <p:cNvSpPr>
                    <a:spLocks/>
                  </p:cNvSpPr>
                  <p:nvPr/>
                </p:nvSpPr>
                <p:spPr bwMode="hidden">
                  <a:xfrm rot="4578755" flipH="1">
                    <a:off x="2176" y="949"/>
                    <a:ext cx="1026" cy="14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a:noFill/>
                    <a:round/>
                    <a:headEnd/>
                    <a:tailEnd/>
                  </a:ln>
                  <a:effectLst/>
                </p:spPr>
                <p:txBody>
                  <a:bodyPr wrap="none" anchor="ctr"/>
                  <a:lstStyle/>
                  <a:p>
                    <a:pPr>
                      <a:defRPr/>
                    </a:pPr>
                    <a:endParaRPr lang="en-US"/>
                  </a:p>
                </p:txBody>
              </p:sp>
              <p:sp>
                <p:nvSpPr>
                  <p:cNvPr id="57" name="Freeform 76"/>
                  <p:cNvSpPr>
                    <a:spLocks/>
                  </p:cNvSpPr>
                  <p:nvPr/>
                </p:nvSpPr>
                <p:spPr bwMode="hidden">
                  <a:xfrm rot="4578755" flipH="1">
                    <a:off x="2200" y="196"/>
                    <a:ext cx="551" cy="22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nvGrpSpPr>
                  <p:cNvPr id="58" name="Group 77"/>
                  <p:cNvGrpSpPr>
                    <a:grpSpLocks/>
                  </p:cNvGrpSpPr>
                  <p:nvPr/>
                </p:nvGrpSpPr>
                <p:grpSpPr bwMode="auto">
                  <a:xfrm>
                    <a:off x="2874" y="13"/>
                    <a:ext cx="638" cy="1520"/>
                    <a:chOff x="2800" y="41"/>
                    <a:chExt cx="638" cy="1520"/>
                  </a:xfrm>
                </p:grpSpPr>
                <p:sp>
                  <p:nvSpPr>
                    <p:cNvPr id="89" name="Freeform 78"/>
                    <p:cNvSpPr>
                      <a:spLocks/>
                    </p:cNvSpPr>
                    <p:nvPr/>
                  </p:nvSpPr>
                  <p:spPr bwMode="hidden">
                    <a:xfrm rot="-3857755">
                      <a:off x="2362" y="938"/>
                      <a:ext cx="1061" cy="18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0" name="Freeform 79"/>
                    <p:cNvSpPr>
                      <a:spLocks/>
                    </p:cNvSpPr>
                    <p:nvPr/>
                  </p:nvSpPr>
                  <p:spPr bwMode="hidden">
                    <a:xfrm rot="-3857755">
                      <a:off x="3009" y="183"/>
                      <a:ext cx="570" cy="28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59" name="Group 80"/>
                  <p:cNvGrpSpPr>
                    <a:grpSpLocks/>
                  </p:cNvGrpSpPr>
                  <p:nvPr/>
                </p:nvGrpSpPr>
                <p:grpSpPr bwMode="auto">
                  <a:xfrm>
                    <a:off x="3010" y="133"/>
                    <a:ext cx="1015" cy="1464"/>
                    <a:chOff x="2936" y="161"/>
                    <a:chExt cx="1015" cy="1464"/>
                  </a:xfrm>
                </p:grpSpPr>
                <p:sp>
                  <p:nvSpPr>
                    <p:cNvPr id="87" name="Freeform 81"/>
                    <p:cNvSpPr>
                      <a:spLocks/>
                    </p:cNvSpPr>
                    <p:nvPr/>
                  </p:nvSpPr>
                  <p:spPr bwMode="hidden">
                    <a:xfrm rot="-2777260">
                      <a:off x="2494" y="912"/>
                      <a:ext cx="1156" cy="27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8" name="Freeform 82"/>
                    <p:cNvSpPr>
                      <a:spLocks/>
                    </p:cNvSpPr>
                    <p:nvPr/>
                  </p:nvSpPr>
                  <p:spPr bwMode="hidden">
                    <a:xfrm rot="-2777260">
                      <a:off x="3429" y="261"/>
                      <a:ext cx="622" cy="42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60" name="Group 83"/>
                  <p:cNvGrpSpPr>
                    <a:grpSpLocks/>
                  </p:cNvGrpSpPr>
                  <p:nvPr/>
                </p:nvGrpSpPr>
                <p:grpSpPr bwMode="auto">
                  <a:xfrm>
                    <a:off x="2805" y="4"/>
                    <a:ext cx="241" cy="1448"/>
                    <a:chOff x="2731" y="32"/>
                    <a:chExt cx="241" cy="1448"/>
                  </a:xfrm>
                </p:grpSpPr>
                <p:sp>
                  <p:nvSpPr>
                    <p:cNvPr id="85" name="Freeform 84"/>
                    <p:cNvSpPr>
                      <a:spLocks/>
                    </p:cNvSpPr>
                    <p:nvPr/>
                  </p:nvSpPr>
                  <p:spPr bwMode="hidden">
                    <a:xfrm rot="-4903748">
                      <a:off x="2297" y="961"/>
                      <a:ext cx="954" cy="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6" name="Freeform 85"/>
                    <p:cNvSpPr>
                      <a:spLocks/>
                    </p:cNvSpPr>
                    <p:nvPr/>
                  </p:nvSpPr>
                  <p:spPr bwMode="hidden">
                    <a:xfrm rot="-4903748">
                      <a:off x="2649" y="221"/>
                      <a:ext cx="512" cy="1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61" name="Group 86"/>
                  <p:cNvGrpSpPr>
                    <a:grpSpLocks/>
                  </p:cNvGrpSpPr>
                  <p:nvPr/>
                </p:nvGrpSpPr>
                <p:grpSpPr bwMode="auto">
                  <a:xfrm>
                    <a:off x="1017" y="1740"/>
                    <a:ext cx="1083" cy="2450"/>
                    <a:chOff x="943" y="1768"/>
                    <a:chExt cx="1083" cy="2450"/>
                  </a:xfrm>
                </p:grpSpPr>
                <p:sp>
                  <p:nvSpPr>
                    <p:cNvPr id="83" name="Freeform 87"/>
                    <p:cNvSpPr>
                      <a:spLocks/>
                    </p:cNvSpPr>
                    <p:nvPr/>
                  </p:nvSpPr>
                  <p:spPr bwMode="hidden">
                    <a:xfrm rot="18335692" flipH="1">
                      <a:off x="1008" y="2475"/>
                      <a:ext cx="1726" cy="311"/>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4" name="Freeform 88"/>
                    <p:cNvSpPr>
                      <a:spLocks/>
                    </p:cNvSpPr>
                    <p:nvPr/>
                  </p:nvSpPr>
                  <p:spPr bwMode="hidden">
                    <a:xfrm rot="18335692" flipH="1">
                      <a:off x="726" y="3511"/>
                      <a:ext cx="924"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2" name="Group 89"/>
                  <p:cNvGrpSpPr>
                    <a:grpSpLocks/>
                  </p:cNvGrpSpPr>
                  <p:nvPr/>
                </p:nvGrpSpPr>
                <p:grpSpPr bwMode="auto">
                  <a:xfrm>
                    <a:off x="1529" y="1908"/>
                    <a:ext cx="765" cy="2372"/>
                    <a:chOff x="1455" y="1936"/>
                    <a:chExt cx="765" cy="2372"/>
                  </a:xfrm>
                </p:grpSpPr>
                <p:sp>
                  <p:nvSpPr>
                    <p:cNvPr id="81" name="Freeform 90"/>
                    <p:cNvSpPr>
                      <a:spLocks/>
                    </p:cNvSpPr>
                    <p:nvPr/>
                  </p:nvSpPr>
                  <p:spPr bwMode="hidden">
                    <a:xfrm rot="17542885" flipH="1">
                      <a:off x="1267" y="2579"/>
                      <a:ext cx="1595" cy="31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2" name="Freeform 91"/>
                    <p:cNvSpPr>
                      <a:spLocks/>
                    </p:cNvSpPr>
                    <p:nvPr/>
                  </p:nvSpPr>
                  <p:spPr bwMode="hidden">
                    <a:xfrm rot="17542885" flipH="1">
                      <a:off x="1272" y="3636"/>
                      <a:ext cx="856"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3" name="Group 92"/>
                  <p:cNvGrpSpPr>
                    <a:grpSpLocks/>
                  </p:cNvGrpSpPr>
                  <p:nvPr/>
                </p:nvGrpSpPr>
                <p:grpSpPr bwMode="auto">
                  <a:xfrm rot="88588">
                    <a:off x="2060" y="1960"/>
                    <a:ext cx="460" cy="2329"/>
                    <a:chOff x="1952" y="1988"/>
                    <a:chExt cx="493" cy="2604"/>
                  </a:xfrm>
                </p:grpSpPr>
                <p:sp>
                  <p:nvSpPr>
                    <p:cNvPr id="79" name="Freeform 93"/>
                    <p:cNvSpPr>
                      <a:spLocks/>
                    </p:cNvSpPr>
                    <p:nvPr/>
                  </p:nvSpPr>
                  <p:spPr bwMode="hidden">
                    <a:xfrm rot="16782062" flipH="1">
                      <a:off x="1437" y="2692"/>
                      <a:ext cx="1713" cy="301"/>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0" name="Freeform 94"/>
                    <p:cNvSpPr>
                      <a:spLocks/>
                    </p:cNvSpPr>
                    <p:nvPr/>
                  </p:nvSpPr>
                  <p:spPr bwMode="hidden">
                    <a:xfrm rot="16782062" flipH="1">
                      <a:off x="1729" y="3896"/>
                      <a:ext cx="918" cy="473"/>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4" name="Group 95"/>
                  <p:cNvGrpSpPr>
                    <a:grpSpLocks/>
                  </p:cNvGrpSpPr>
                  <p:nvPr/>
                </p:nvGrpSpPr>
                <p:grpSpPr bwMode="auto">
                  <a:xfrm>
                    <a:off x="3408" y="1689"/>
                    <a:ext cx="1125" cy="2425"/>
                    <a:chOff x="3334" y="1717"/>
                    <a:chExt cx="1125" cy="2425"/>
                  </a:xfrm>
                </p:grpSpPr>
                <p:sp>
                  <p:nvSpPr>
                    <p:cNvPr id="77" name="Freeform 96"/>
                    <p:cNvSpPr>
                      <a:spLocks/>
                    </p:cNvSpPr>
                    <p:nvPr/>
                  </p:nvSpPr>
                  <p:spPr bwMode="hidden">
                    <a:xfrm rot="3144576">
                      <a:off x="2628" y="2423"/>
                      <a:ext cx="1724" cy="311"/>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8" name="Freeform 97"/>
                    <p:cNvSpPr>
                      <a:spLocks/>
                    </p:cNvSpPr>
                    <p:nvPr/>
                  </p:nvSpPr>
                  <p:spPr bwMode="hidden">
                    <a:xfrm rot="3144576">
                      <a:off x="3752" y="3435"/>
                      <a:ext cx="924"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5" name="Group 98"/>
                  <p:cNvGrpSpPr>
                    <a:grpSpLocks/>
                  </p:cNvGrpSpPr>
                  <p:nvPr/>
                </p:nvGrpSpPr>
                <p:grpSpPr bwMode="auto">
                  <a:xfrm>
                    <a:off x="3254" y="1840"/>
                    <a:ext cx="882" cy="2422"/>
                    <a:chOff x="3180" y="1868"/>
                    <a:chExt cx="882" cy="2422"/>
                  </a:xfrm>
                </p:grpSpPr>
                <p:sp>
                  <p:nvSpPr>
                    <p:cNvPr id="75" name="Freeform 99"/>
                    <p:cNvSpPr>
                      <a:spLocks/>
                    </p:cNvSpPr>
                    <p:nvPr/>
                  </p:nvSpPr>
                  <p:spPr bwMode="hidden">
                    <a:xfrm rot="3745735">
                      <a:off x="2505" y="2543"/>
                      <a:ext cx="1649" cy="30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6" name="Freeform 100"/>
                    <p:cNvSpPr>
                      <a:spLocks/>
                    </p:cNvSpPr>
                    <p:nvPr/>
                  </p:nvSpPr>
                  <p:spPr bwMode="hidden">
                    <a:xfrm rot="3745735">
                      <a:off x="3387" y="3615"/>
                      <a:ext cx="883" cy="46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6" name="Group 101"/>
                  <p:cNvGrpSpPr>
                    <a:grpSpLocks/>
                  </p:cNvGrpSpPr>
                  <p:nvPr/>
                </p:nvGrpSpPr>
                <p:grpSpPr bwMode="auto">
                  <a:xfrm>
                    <a:off x="3080" y="1956"/>
                    <a:ext cx="622" cy="2385"/>
                    <a:chOff x="3006" y="1984"/>
                    <a:chExt cx="622" cy="2385"/>
                  </a:xfrm>
                </p:grpSpPr>
                <p:sp>
                  <p:nvSpPr>
                    <p:cNvPr id="73" name="Freeform 102"/>
                    <p:cNvSpPr>
                      <a:spLocks/>
                    </p:cNvSpPr>
                    <p:nvPr/>
                  </p:nvSpPr>
                  <p:spPr bwMode="hidden">
                    <a:xfrm rot="4286818">
                      <a:off x="2329" y="2660"/>
                      <a:ext cx="1599" cy="2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4" name="Freeform 103"/>
                    <p:cNvSpPr>
                      <a:spLocks/>
                    </p:cNvSpPr>
                    <p:nvPr/>
                  </p:nvSpPr>
                  <p:spPr bwMode="hidden">
                    <a:xfrm rot="4286818">
                      <a:off x="3005" y="3747"/>
                      <a:ext cx="859"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67" name="Group 104"/>
                  <p:cNvGrpSpPr>
                    <a:grpSpLocks/>
                  </p:cNvGrpSpPr>
                  <p:nvPr/>
                </p:nvGrpSpPr>
                <p:grpSpPr bwMode="auto">
                  <a:xfrm>
                    <a:off x="2893" y="2071"/>
                    <a:ext cx="404" cy="2221"/>
                    <a:chOff x="2819" y="2099"/>
                    <a:chExt cx="404" cy="2221"/>
                  </a:xfrm>
                </p:grpSpPr>
                <p:sp>
                  <p:nvSpPr>
                    <p:cNvPr id="71" name="Freeform 105"/>
                    <p:cNvSpPr>
                      <a:spLocks/>
                    </p:cNvSpPr>
                    <p:nvPr/>
                  </p:nvSpPr>
                  <p:spPr bwMode="hidden">
                    <a:xfrm rot="4898956">
                      <a:off x="2207" y="2711"/>
                      <a:ext cx="1470" cy="2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2" name="Freeform 106"/>
                    <p:cNvSpPr>
                      <a:spLocks/>
                    </p:cNvSpPr>
                    <p:nvPr/>
                  </p:nvSpPr>
                  <p:spPr bwMode="hidden">
                    <a:xfrm rot="4898956">
                      <a:off x="2636" y="3733"/>
                      <a:ext cx="790" cy="38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68" name="Group 107"/>
                  <p:cNvGrpSpPr>
                    <a:grpSpLocks/>
                  </p:cNvGrpSpPr>
                  <p:nvPr/>
                </p:nvGrpSpPr>
                <p:grpSpPr bwMode="auto">
                  <a:xfrm>
                    <a:off x="2372" y="2107"/>
                    <a:ext cx="429" cy="2184"/>
                    <a:chOff x="2287" y="2135"/>
                    <a:chExt cx="429" cy="2184"/>
                  </a:xfrm>
                </p:grpSpPr>
                <p:sp>
                  <p:nvSpPr>
                    <p:cNvPr id="69" name="Freeform 108"/>
                    <p:cNvSpPr>
                      <a:spLocks/>
                    </p:cNvSpPr>
                    <p:nvPr/>
                  </p:nvSpPr>
                  <p:spPr bwMode="hidden">
                    <a:xfrm rot="5755659">
                      <a:off x="1903" y="2759"/>
                      <a:ext cx="1438" cy="188"/>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5400000" scaled="1"/>
                    </a:gradFill>
                    <a:ln w="9525">
                      <a:noFill/>
                      <a:round/>
                      <a:headEnd/>
                      <a:tailEnd/>
                    </a:ln>
                    <a:effectLst/>
                  </p:spPr>
                  <p:txBody>
                    <a:bodyPr wrap="none" anchor="ctr"/>
                    <a:lstStyle/>
                    <a:p>
                      <a:pPr>
                        <a:defRPr/>
                      </a:pPr>
                      <a:endParaRPr lang="en-US"/>
                    </a:p>
                  </p:txBody>
                </p:sp>
                <p:sp>
                  <p:nvSpPr>
                    <p:cNvPr id="70" name="Freeform 109"/>
                    <p:cNvSpPr>
                      <a:spLocks/>
                    </p:cNvSpPr>
                    <p:nvPr/>
                  </p:nvSpPr>
                  <p:spPr bwMode="hidden">
                    <a:xfrm rot="5755659">
                      <a:off x="2050" y="3785"/>
                      <a:ext cx="771" cy="29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grpSp>
          <p:grpSp>
            <p:nvGrpSpPr>
              <p:cNvPr id="23" name="Group 110"/>
              <p:cNvGrpSpPr>
                <a:grpSpLocks/>
              </p:cNvGrpSpPr>
              <p:nvPr/>
            </p:nvGrpSpPr>
            <p:grpSpPr bwMode="auto">
              <a:xfrm>
                <a:off x="73" y="313"/>
                <a:ext cx="5460" cy="3667"/>
                <a:chOff x="73" y="313"/>
                <a:chExt cx="5460" cy="3667"/>
              </a:xfrm>
            </p:grpSpPr>
            <p:grpSp>
              <p:nvGrpSpPr>
                <p:cNvPr id="24" name="Group 111"/>
                <p:cNvGrpSpPr>
                  <a:grpSpLocks/>
                </p:cNvGrpSpPr>
                <p:nvPr/>
              </p:nvGrpSpPr>
              <p:grpSpPr bwMode="auto">
                <a:xfrm>
                  <a:off x="73" y="313"/>
                  <a:ext cx="5460" cy="3667"/>
                  <a:chOff x="73" y="313"/>
                  <a:chExt cx="5460" cy="3667"/>
                </a:xfrm>
              </p:grpSpPr>
              <p:sp>
                <p:nvSpPr>
                  <p:cNvPr id="26" name="Arc 112"/>
                  <p:cNvSpPr>
                    <a:spLocks/>
                  </p:cNvSpPr>
                  <p:nvPr/>
                </p:nvSpPr>
                <p:spPr bwMode="hidden">
                  <a:xfrm flipV="1">
                    <a:off x="2965" y="455"/>
                    <a:ext cx="2568" cy="2048"/>
                  </a:xfrm>
                  <a:custGeom>
                    <a:avLst/>
                    <a:gdLst>
                      <a:gd name="G0" fmla="+- 17826 0 0"/>
                      <a:gd name="G1" fmla="+- 0 0 0"/>
                      <a:gd name="G2" fmla="+- 21600 0 0"/>
                      <a:gd name="T0" fmla="*/ 36729 w 36729"/>
                      <a:gd name="T1" fmla="*/ 10451 h 21600"/>
                      <a:gd name="T2" fmla="*/ 0 w 36729"/>
                      <a:gd name="T3" fmla="*/ 12197 h 21600"/>
                      <a:gd name="T4" fmla="*/ 17826 w 36729"/>
                      <a:gd name="T5" fmla="*/ 0 h 21600"/>
                    </a:gdLst>
                    <a:ahLst/>
                    <a:cxnLst>
                      <a:cxn ang="0">
                        <a:pos x="T0" y="T1"/>
                      </a:cxn>
                      <a:cxn ang="0">
                        <a:pos x="T2" y="T3"/>
                      </a:cxn>
                      <a:cxn ang="0">
                        <a:pos x="T4" y="T5"/>
                      </a:cxn>
                    </a:cxnLst>
                    <a:rect l="0" t="0" r="r" b="b"/>
                    <a:pathLst>
                      <a:path w="36729" h="21600" fill="none" extrusionOk="0">
                        <a:moveTo>
                          <a:pt x="36729" y="10451"/>
                        </a:moveTo>
                        <a:cubicBezTo>
                          <a:pt x="32926" y="17330"/>
                          <a:pt x="25686" y="21599"/>
                          <a:pt x="17826" y="21600"/>
                        </a:cubicBezTo>
                        <a:cubicBezTo>
                          <a:pt x="10696" y="21600"/>
                          <a:pt x="4025" y="18081"/>
                          <a:pt x="-1" y="12197"/>
                        </a:cubicBezTo>
                      </a:path>
                      <a:path w="36729" h="21600" stroke="0" extrusionOk="0">
                        <a:moveTo>
                          <a:pt x="36729" y="10451"/>
                        </a:moveTo>
                        <a:cubicBezTo>
                          <a:pt x="32926" y="17330"/>
                          <a:pt x="25686" y="21599"/>
                          <a:pt x="17826" y="21600"/>
                        </a:cubicBezTo>
                        <a:cubicBezTo>
                          <a:pt x="10696" y="21600"/>
                          <a:pt x="4025" y="18081"/>
                          <a:pt x="-1" y="12197"/>
                        </a:cubicBezTo>
                        <a:lnTo>
                          <a:pt x="17826" y="0"/>
                        </a:lnTo>
                        <a:close/>
                      </a:path>
                    </a:pathLst>
                  </a:custGeom>
                  <a:noFill/>
                  <a:ln w="9525">
                    <a:solidFill>
                      <a:schemeClr val="accent1"/>
                    </a:solidFill>
                    <a:round/>
                    <a:headEnd/>
                    <a:tailEnd/>
                  </a:ln>
                  <a:effectLst/>
                </p:spPr>
                <p:txBody>
                  <a:bodyPr wrap="none" anchor="ctr"/>
                  <a:lstStyle/>
                  <a:p>
                    <a:pPr>
                      <a:defRPr/>
                    </a:pPr>
                    <a:endParaRPr lang="en-US"/>
                  </a:p>
                </p:txBody>
              </p:sp>
              <p:sp>
                <p:nvSpPr>
                  <p:cNvPr id="27" name="Arc 113"/>
                  <p:cNvSpPr>
                    <a:spLocks/>
                  </p:cNvSpPr>
                  <p:nvPr/>
                </p:nvSpPr>
                <p:spPr bwMode="hidden">
                  <a:xfrm flipH="1">
                    <a:off x="387" y="1602"/>
                    <a:ext cx="2017" cy="2379"/>
                  </a:xfrm>
                  <a:custGeom>
                    <a:avLst/>
                    <a:gdLst>
                      <a:gd name="G0" fmla="+- 8873 0 0"/>
                      <a:gd name="G1" fmla="+- 21600 0 0"/>
                      <a:gd name="G2" fmla="+- 21600 0 0"/>
                      <a:gd name="T0" fmla="*/ 0 w 30473"/>
                      <a:gd name="T1" fmla="*/ 1907 h 22305"/>
                      <a:gd name="T2" fmla="*/ 30462 w 30473"/>
                      <a:gd name="T3" fmla="*/ 22305 h 22305"/>
                      <a:gd name="T4" fmla="*/ 8873 w 30473"/>
                      <a:gd name="T5" fmla="*/ 21600 h 22305"/>
                    </a:gdLst>
                    <a:ahLst/>
                    <a:cxnLst>
                      <a:cxn ang="0">
                        <a:pos x="T0" y="T1"/>
                      </a:cxn>
                      <a:cxn ang="0">
                        <a:pos x="T2" y="T3"/>
                      </a:cxn>
                      <a:cxn ang="0">
                        <a:pos x="T4" y="T5"/>
                      </a:cxn>
                    </a:cxnLst>
                    <a:rect l="0" t="0" r="r" b="b"/>
                    <a:pathLst>
                      <a:path w="30473" h="22305" fill="none" extrusionOk="0">
                        <a:moveTo>
                          <a:pt x="-1" y="1906"/>
                        </a:moveTo>
                        <a:cubicBezTo>
                          <a:pt x="2789" y="649"/>
                          <a:pt x="5813" y="-1"/>
                          <a:pt x="8873" y="0"/>
                        </a:cubicBezTo>
                        <a:cubicBezTo>
                          <a:pt x="20802" y="0"/>
                          <a:pt x="30473" y="9670"/>
                          <a:pt x="30473" y="21600"/>
                        </a:cubicBezTo>
                        <a:cubicBezTo>
                          <a:pt x="30473" y="21835"/>
                          <a:pt x="30469" y="22070"/>
                          <a:pt x="30461" y="22304"/>
                        </a:cubicBezTo>
                      </a:path>
                      <a:path w="30473" h="22305" stroke="0" extrusionOk="0">
                        <a:moveTo>
                          <a:pt x="-1" y="1906"/>
                        </a:moveTo>
                        <a:cubicBezTo>
                          <a:pt x="2789" y="649"/>
                          <a:pt x="5813" y="-1"/>
                          <a:pt x="8873" y="0"/>
                        </a:cubicBezTo>
                        <a:cubicBezTo>
                          <a:pt x="20802" y="0"/>
                          <a:pt x="30473" y="9670"/>
                          <a:pt x="30473" y="21600"/>
                        </a:cubicBezTo>
                        <a:cubicBezTo>
                          <a:pt x="30473" y="21835"/>
                          <a:pt x="30469" y="22070"/>
                          <a:pt x="30461" y="22304"/>
                        </a:cubicBezTo>
                        <a:lnTo>
                          <a:pt x="8873" y="21600"/>
                        </a:lnTo>
                        <a:close/>
                      </a:path>
                    </a:pathLst>
                  </a:custGeom>
                  <a:noFill/>
                  <a:ln w="9525">
                    <a:solidFill>
                      <a:schemeClr val="folHlink"/>
                    </a:solidFill>
                    <a:round/>
                    <a:headEnd/>
                    <a:tailEnd/>
                  </a:ln>
                  <a:effectLst/>
                </p:spPr>
                <p:txBody>
                  <a:bodyPr wrap="none" anchor="ctr"/>
                  <a:lstStyle/>
                  <a:p>
                    <a:pPr>
                      <a:defRPr/>
                    </a:pPr>
                    <a:endParaRPr lang="en-US"/>
                  </a:p>
                </p:txBody>
              </p:sp>
              <p:sp>
                <p:nvSpPr>
                  <p:cNvPr id="28" name="Arc 114"/>
                  <p:cNvSpPr>
                    <a:spLocks/>
                  </p:cNvSpPr>
                  <p:nvPr/>
                </p:nvSpPr>
                <p:spPr bwMode="hidden">
                  <a:xfrm>
                    <a:off x="3028" y="1181"/>
                    <a:ext cx="1426" cy="2380"/>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29" name="Arc 115"/>
                  <p:cNvSpPr>
                    <a:spLocks/>
                  </p:cNvSpPr>
                  <p:nvPr/>
                </p:nvSpPr>
                <p:spPr bwMode="hidden">
                  <a:xfrm flipH="1">
                    <a:off x="73" y="813"/>
                    <a:ext cx="2541" cy="2380"/>
                  </a:xfrm>
                  <a:custGeom>
                    <a:avLst/>
                    <a:gdLst>
                      <a:gd name="G0" fmla="+- 15230 0 0"/>
                      <a:gd name="G1" fmla="+- 21600 0 0"/>
                      <a:gd name="G2" fmla="+- 21600 0 0"/>
                      <a:gd name="T0" fmla="*/ 0 w 36830"/>
                      <a:gd name="T1" fmla="*/ 6283 h 22305"/>
                      <a:gd name="T2" fmla="*/ 36819 w 36830"/>
                      <a:gd name="T3" fmla="*/ 22305 h 22305"/>
                      <a:gd name="T4" fmla="*/ 15230 w 36830"/>
                      <a:gd name="T5" fmla="*/ 21600 h 22305"/>
                    </a:gdLst>
                    <a:ahLst/>
                    <a:cxnLst>
                      <a:cxn ang="0">
                        <a:pos x="T0" y="T1"/>
                      </a:cxn>
                      <a:cxn ang="0">
                        <a:pos x="T2" y="T3"/>
                      </a:cxn>
                      <a:cxn ang="0">
                        <a:pos x="T4" y="T5"/>
                      </a:cxn>
                    </a:cxnLst>
                    <a:rect l="0" t="0" r="r" b="b"/>
                    <a:pathLst>
                      <a:path w="36830" h="22305" fill="none" extrusionOk="0">
                        <a:moveTo>
                          <a:pt x="0" y="6283"/>
                        </a:moveTo>
                        <a:cubicBezTo>
                          <a:pt x="4047" y="2258"/>
                          <a:pt x="9522" y="-1"/>
                          <a:pt x="15230" y="0"/>
                        </a:cubicBezTo>
                        <a:cubicBezTo>
                          <a:pt x="27159" y="0"/>
                          <a:pt x="36830" y="9670"/>
                          <a:pt x="36830" y="21600"/>
                        </a:cubicBezTo>
                        <a:cubicBezTo>
                          <a:pt x="36830" y="21835"/>
                          <a:pt x="36826" y="22070"/>
                          <a:pt x="36818" y="22304"/>
                        </a:cubicBezTo>
                      </a:path>
                      <a:path w="36830" h="22305" stroke="0" extrusionOk="0">
                        <a:moveTo>
                          <a:pt x="0" y="6283"/>
                        </a:moveTo>
                        <a:cubicBezTo>
                          <a:pt x="4047" y="2258"/>
                          <a:pt x="9522" y="-1"/>
                          <a:pt x="15230" y="0"/>
                        </a:cubicBezTo>
                        <a:cubicBezTo>
                          <a:pt x="27159" y="0"/>
                          <a:pt x="36830" y="9670"/>
                          <a:pt x="36830" y="21600"/>
                        </a:cubicBezTo>
                        <a:cubicBezTo>
                          <a:pt x="36830" y="21835"/>
                          <a:pt x="36826" y="22070"/>
                          <a:pt x="36818" y="22304"/>
                        </a:cubicBezTo>
                        <a:lnTo>
                          <a:pt x="15230" y="21600"/>
                        </a:lnTo>
                        <a:close/>
                      </a:path>
                    </a:pathLst>
                  </a:custGeom>
                  <a:noFill/>
                  <a:ln w="9525">
                    <a:solidFill>
                      <a:schemeClr val="folHlink"/>
                    </a:solidFill>
                    <a:round/>
                    <a:headEnd/>
                    <a:tailEnd/>
                  </a:ln>
                  <a:effectLst/>
                </p:spPr>
                <p:txBody>
                  <a:bodyPr wrap="none" anchor="ctr"/>
                  <a:lstStyle/>
                  <a:p>
                    <a:pPr>
                      <a:defRPr/>
                    </a:pPr>
                    <a:endParaRPr lang="en-US"/>
                  </a:p>
                </p:txBody>
              </p:sp>
              <p:sp>
                <p:nvSpPr>
                  <p:cNvPr id="30" name="Arc 116"/>
                  <p:cNvSpPr>
                    <a:spLocks/>
                  </p:cNvSpPr>
                  <p:nvPr/>
                </p:nvSpPr>
                <p:spPr bwMode="hidden">
                  <a:xfrm flipH="1">
                    <a:off x="789" y="313"/>
                    <a:ext cx="1851" cy="2305"/>
                  </a:xfrm>
                  <a:custGeom>
                    <a:avLst/>
                    <a:gdLst>
                      <a:gd name="G0" fmla="+- 18231 0 0"/>
                      <a:gd name="G1" fmla="+- 21600 0 0"/>
                      <a:gd name="G2" fmla="+- 21600 0 0"/>
                      <a:gd name="T0" fmla="*/ 0 w 31881"/>
                      <a:gd name="T1" fmla="*/ 10016 h 21600"/>
                      <a:gd name="T2" fmla="*/ 31881 w 31881"/>
                      <a:gd name="T3" fmla="*/ 4860 h 21600"/>
                      <a:gd name="T4" fmla="*/ 18231 w 31881"/>
                      <a:gd name="T5" fmla="*/ 21600 h 21600"/>
                    </a:gdLst>
                    <a:ahLst/>
                    <a:cxnLst>
                      <a:cxn ang="0">
                        <a:pos x="T0" y="T1"/>
                      </a:cxn>
                      <a:cxn ang="0">
                        <a:pos x="T2" y="T3"/>
                      </a:cxn>
                      <a:cxn ang="0">
                        <a:pos x="T4" y="T5"/>
                      </a:cxn>
                    </a:cxnLst>
                    <a:rect l="0" t="0" r="r" b="b"/>
                    <a:pathLst>
                      <a:path w="31881" h="21600" fill="none" extrusionOk="0">
                        <a:moveTo>
                          <a:pt x="-1" y="10015"/>
                        </a:moveTo>
                        <a:cubicBezTo>
                          <a:pt x="3963" y="3778"/>
                          <a:pt x="10840" y="-1"/>
                          <a:pt x="18231" y="0"/>
                        </a:cubicBezTo>
                        <a:cubicBezTo>
                          <a:pt x="23204" y="0"/>
                          <a:pt x="28026" y="1716"/>
                          <a:pt x="31881" y="4859"/>
                        </a:cubicBezTo>
                      </a:path>
                      <a:path w="31881" h="21600" stroke="0" extrusionOk="0">
                        <a:moveTo>
                          <a:pt x="-1" y="10015"/>
                        </a:moveTo>
                        <a:cubicBezTo>
                          <a:pt x="3963" y="3778"/>
                          <a:pt x="10840" y="-1"/>
                          <a:pt x="18231" y="0"/>
                        </a:cubicBezTo>
                        <a:cubicBezTo>
                          <a:pt x="23204" y="0"/>
                          <a:pt x="28026" y="1716"/>
                          <a:pt x="31881" y="4859"/>
                        </a:cubicBezTo>
                        <a:lnTo>
                          <a:pt x="18231" y="21600"/>
                        </a:lnTo>
                        <a:close/>
                      </a:path>
                    </a:pathLst>
                  </a:custGeom>
                  <a:noFill/>
                  <a:ln w="9525">
                    <a:solidFill>
                      <a:schemeClr val="accent1"/>
                    </a:solidFill>
                    <a:round/>
                    <a:headEnd/>
                    <a:tailEnd/>
                  </a:ln>
                  <a:effectLst/>
                </p:spPr>
                <p:txBody>
                  <a:bodyPr wrap="none" anchor="ctr"/>
                  <a:lstStyle/>
                  <a:p>
                    <a:pPr>
                      <a:defRPr/>
                    </a:pPr>
                    <a:endParaRPr lang="en-US"/>
                  </a:p>
                </p:txBody>
              </p:sp>
              <p:sp>
                <p:nvSpPr>
                  <p:cNvPr id="31" name="Arc 117"/>
                  <p:cNvSpPr>
                    <a:spLocks/>
                  </p:cNvSpPr>
                  <p:nvPr/>
                </p:nvSpPr>
                <p:spPr bwMode="hidden">
                  <a:xfrm>
                    <a:off x="2763" y="1281"/>
                    <a:ext cx="763" cy="2305"/>
                  </a:xfrm>
                  <a:custGeom>
                    <a:avLst/>
                    <a:gdLst>
                      <a:gd name="G0" fmla="+- 13212 0 0"/>
                      <a:gd name="G1" fmla="+- 21600 0 0"/>
                      <a:gd name="G2" fmla="+- 21600 0 0"/>
                      <a:gd name="T0" fmla="*/ 0 w 31146"/>
                      <a:gd name="T1" fmla="*/ 4512 h 21600"/>
                      <a:gd name="T2" fmla="*/ 31146 w 31146"/>
                      <a:gd name="T3" fmla="*/ 9561 h 21600"/>
                      <a:gd name="T4" fmla="*/ 13212 w 31146"/>
                      <a:gd name="T5" fmla="*/ 21600 h 21600"/>
                    </a:gdLst>
                    <a:ahLst/>
                    <a:cxnLst>
                      <a:cxn ang="0">
                        <a:pos x="T0" y="T1"/>
                      </a:cxn>
                      <a:cxn ang="0">
                        <a:pos x="T2" y="T3"/>
                      </a:cxn>
                      <a:cxn ang="0">
                        <a:pos x="T4" y="T5"/>
                      </a:cxn>
                    </a:cxnLst>
                    <a:rect l="0" t="0" r="r" b="b"/>
                    <a:pathLst>
                      <a:path w="31146" h="21600" fill="none" extrusionOk="0">
                        <a:moveTo>
                          <a:pt x="-1" y="4511"/>
                        </a:moveTo>
                        <a:cubicBezTo>
                          <a:pt x="3783" y="1586"/>
                          <a:pt x="8429" y="-1"/>
                          <a:pt x="13212" y="0"/>
                        </a:cubicBezTo>
                        <a:cubicBezTo>
                          <a:pt x="20409" y="0"/>
                          <a:pt x="27134" y="3585"/>
                          <a:pt x="31145" y="9561"/>
                        </a:cubicBezTo>
                      </a:path>
                      <a:path w="31146" h="21600" stroke="0" extrusionOk="0">
                        <a:moveTo>
                          <a:pt x="-1" y="4511"/>
                        </a:moveTo>
                        <a:cubicBezTo>
                          <a:pt x="3783" y="1586"/>
                          <a:pt x="8429" y="-1"/>
                          <a:pt x="13212" y="0"/>
                        </a:cubicBezTo>
                        <a:cubicBezTo>
                          <a:pt x="20409" y="0"/>
                          <a:pt x="27134" y="3585"/>
                          <a:pt x="31145" y="9561"/>
                        </a:cubicBezTo>
                        <a:lnTo>
                          <a:pt x="13212" y="21600"/>
                        </a:lnTo>
                        <a:close/>
                      </a:path>
                    </a:pathLst>
                  </a:custGeom>
                  <a:noFill/>
                  <a:ln w="9525">
                    <a:solidFill>
                      <a:schemeClr val="accent2"/>
                    </a:solidFill>
                    <a:round/>
                    <a:headEnd/>
                    <a:tailEnd/>
                  </a:ln>
                  <a:effectLst/>
                </p:spPr>
                <p:txBody>
                  <a:bodyPr wrap="none" anchor="ctr"/>
                  <a:lstStyle/>
                  <a:p>
                    <a:pPr>
                      <a:defRPr/>
                    </a:pPr>
                    <a:endParaRPr lang="en-US"/>
                  </a:p>
                </p:txBody>
              </p:sp>
              <p:sp>
                <p:nvSpPr>
                  <p:cNvPr id="32" name="Freeform 118"/>
                  <p:cNvSpPr>
                    <a:spLocks/>
                  </p:cNvSpPr>
                  <p:nvPr/>
                </p:nvSpPr>
                <p:spPr bwMode="hidden">
                  <a:xfrm flipH="1">
                    <a:off x="1799" y="437"/>
                    <a:ext cx="418"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grpSp>
            <p:sp>
              <p:nvSpPr>
                <p:cNvPr id="25" name="Freeform 119"/>
                <p:cNvSpPr>
                  <a:spLocks/>
                </p:cNvSpPr>
                <p:nvPr/>
              </p:nvSpPr>
              <p:spPr bwMode="hidden">
                <a:xfrm rot="20253369">
                  <a:off x="3279" y="1530"/>
                  <a:ext cx="443" cy="83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grpSp>
        </p:grpSp>
        <p:grpSp>
          <p:nvGrpSpPr>
            <p:cNvPr id="7" name="Group 120"/>
            <p:cNvGrpSpPr>
              <a:grpSpLocks/>
            </p:cNvGrpSpPr>
            <p:nvPr/>
          </p:nvGrpSpPr>
          <p:grpSpPr bwMode="auto">
            <a:xfrm>
              <a:off x="1476" y="456"/>
              <a:ext cx="4040" cy="2966"/>
              <a:chOff x="210" y="337"/>
              <a:chExt cx="5198" cy="3818"/>
            </a:xfrm>
          </p:grpSpPr>
          <p:sp>
            <p:nvSpPr>
              <p:cNvPr id="8" name="Freeform 121"/>
              <p:cNvSpPr>
                <a:spLocks/>
              </p:cNvSpPr>
              <p:nvPr/>
            </p:nvSpPr>
            <p:spPr bwMode="hidden">
              <a:xfrm flipH="1">
                <a:off x="1934" y="2382"/>
                <a:ext cx="485" cy="147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9" name="Arc 122"/>
              <p:cNvSpPr>
                <a:spLocks/>
              </p:cNvSpPr>
              <p:nvPr/>
            </p:nvSpPr>
            <p:spPr bwMode="hidden">
              <a:xfrm flipH="1">
                <a:off x="1054" y="1851"/>
                <a:ext cx="2122" cy="2304"/>
              </a:xfrm>
              <a:custGeom>
                <a:avLst/>
                <a:gdLst>
                  <a:gd name="G0" fmla="+- 0 0 0"/>
                  <a:gd name="G1" fmla="+- 20897 0 0"/>
                  <a:gd name="G2" fmla="+- 21600 0 0"/>
                  <a:gd name="T0" fmla="*/ 5467 w 21600"/>
                  <a:gd name="T1" fmla="*/ 0 h 21602"/>
                  <a:gd name="T2" fmla="*/ 21589 w 21600"/>
                  <a:gd name="T3" fmla="*/ 21602 h 21602"/>
                  <a:gd name="T4" fmla="*/ 0 w 21600"/>
                  <a:gd name="T5" fmla="*/ 20897 h 21602"/>
                </a:gdLst>
                <a:ahLst/>
                <a:cxnLst>
                  <a:cxn ang="0">
                    <a:pos x="T0" y="T1"/>
                  </a:cxn>
                  <a:cxn ang="0">
                    <a:pos x="T2" y="T3"/>
                  </a:cxn>
                  <a:cxn ang="0">
                    <a:pos x="T4" y="T5"/>
                  </a:cxn>
                </a:cxnLst>
                <a:rect l="0" t="0" r="r" b="b"/>
                <a:pathLst>
                  <a:path w="21600" h="21602" fill="none" extrusionOk="0">
                    <a:moveTo>
                      <a:pt x="5466" y="0"/>
                    </a:moveTo>
                    <a:cubicBezTo>
                      <a:pt x="14970" y="2486"/>
                      <a:pt x="21600" y="11073"/>
                      <a:pt x="21600" y="20897"/>
                    </a:cubicBezTo>
                    <a:cubicBezTo>
                      <a:pt x="21600" y="21132"/>
                      <a:pt x="21596" y="21367"/>
                      <a:pt x="21588" y="21601"/>
                    </a:cubicBezTo>
                  </a:path>
                  <a:path w="21600" h="21602" stroke="0" extrusionOk="0">
                    <a:moveTo>
                      <a:pt x="5466" y="0"/>
                    </a:moveTo>
                    <a:cubicBezTo>
                      <a:pt x="14970" y="2486"/>
                      <a:pt x="21600" y="11073"/>
                      <a:pt x="21600" y="20897"/>
                    </a:cubicBezTo>
                    <a:cubicBezTo>
                      <a:pt x="21600" y="21132"/>
                      <a:pt x="21596" y="21367"/>
                      <a:pt x="21588" y="21601"/>
                    </a:cubicBezTo>
                    <a:lnTo>
                      <a:pt x="0" y="20897"/>
                    </a:lnTo>
                    <a:close/>
                  </a:path>
                </a:pathLst>
              </a:custGeom>
              <a:noFill/>
              <a:ln w="9525">
                <a:solidFill>
                  <a:schemeClr val="folHlink"/>
                </a:solidFill>
                <a:round/>
                <a:headEnd/>
                <a:tailEnd/>
              </a:ln>
              <a:effectLst/>
            </p:spPr>
            <p:txBody>
              <a:bodyPr wrap="none" anchor="ctr"/>
              <a:lstStyle/>
              <a:p>
                <a:pPr>
                  <a:defRPr/>
                </a:pPr>
                <a:endParaRPr lang="en-US"/>
              </a:p>
            </p:txBody>
          </p:sp>
          <p:sp>
            <p:nvSpPr>
              <p:cNvPr id="10" name="Arc 123"/>
              <p:cNvSpPr>
                <a:spLocks/>
              </p:cNvSpPr>
              <p:nvPr/>
            </p:nvSpPr>
            <p:spPr bwMode="hidden">
              <a:xfrm flipH="1">
                <a:off x="1266" y="1480"/>
                <a:ext cx="1244" cy="2379"/>
              </a:xfrm>
              <a:custGeom>
                <a:avLst/>
                <a:gdLst>
                  <a:gd name="G0" fmla="+- 7340 0 0"/>
                  <a:gd name="G1" fmla="+- 21600 0 0"/>
                  <a:gd name="G2" fmla="+- 21600 0 0"/>
                  <a:gd name="T0" fmla="*/ 0 w 28940"/>
                  <a:gd name="T1" fmla="*/ 1285 h 22305"/>
                  <a:gd name="T2" fmla="*/ 28929 w 28940"/>
                  <a:gd name="T3" fmla="*/ 22305 h 22305"/>
                  <a:gd name="T4" fmla="*/ 7340 w 28940"/>
                  <a:gd name="T5" fmla="*/ 21600 h 22305"/>
                </a:gdLst>
                <a:ahLst/>
                <a:cxnLst>
                  <a:cxn ang="0">
                    <a:pos x="T0" y="T1"/>
                  </a:cxn>
                  <a:cxn ang="0">
                    <a:pos x="T2" y="T3"/>
                  </a:cxn>
                  <a:cxn ang="0">
                    <a:pos x="T4" y="T5"/>
                  </a:cxn>
                </a:cxnLst>
                <a:rect l="0" t="0" r="r" b="b"/>
                <a:pathLst>
                  <a:path w="28940" h="22305" fill="none" extrusionOk="0">
                    <a:moveTo>
                      <a:pt x="0" y="1285"/>
                    </a:moveTo>
                    <a:cubicBezTo>
                      <a:pt x="2353" y="434"/>
                      <a:pt x="4837" y="-1"/>
                      <a:pt x="7340" y="0"/>
                    </a:cubicBezTo>
                    <a:cubicBezTo>
                      <a:pt x="19269" y="0"/>
                      <a:pt x="28940" y="9670"/>
                      <a:pt x="28940" y="21600"/>
                    </a:cubicBezTo>
                    <a:cubicBezTo>
                      <a:pt x="28940" y="21835"/>
                      <a:pt x="28936" y="22070"/>
                      <a:pt x="28928" y="22304"/>
                    </a:cubicBezTo>
                  </a:path>
                  <a:path w="28940" h="22305" stroke="0" extrusionOk="0">
                    <a:moveTo>
                      <a:pt x="0" y="1285"/>
                    </a:moveTo>
                    <a:cubicBezTo>
                      <a:pt x="2353" y="434"/>
                      <a:pt x="4837" y="-1"/>
                      <a:pt x="7340" y="0"/>
                    </a:cubicBezTo>
                    <a:cubicBezTo>
                      <a:pt x="19269" y="0"/>
                      <a:pt x="28940" y="9670"/>
                      <a:pt x="28940" y="21600"/>
                    </a:cubicBezTo>
                    <a:cubicBezTo>
                      <a:pt x="28940" y="21835"/>
                      <a:pt x="28936" y="22070"/>
                      <a:pt x="28928" y="22304"/>
                    </a:cubicBezTo>
                    <a:lnTo>
                      <a:pt x="7340" y="21600"/>
                    </a:lnTo>
                    <a:close/>
                  </a:path>
                </a:pathLst>
              </a:custGeom>
              <a:noFill/>
              <a:ln w="9525">
                <a:solidFill>
                  <a:schemeClr val="accent1"/>
                </a:solidFill>
                <a:round/>
                <a:headEnd/>
                <a:tailEnd/>
              </a:ln>
              <a:effectLst/>
            </p:spPr>
            <p:txBody>
              <a:bodyPr wrap="none" anchor="ctr"/>
              <a:lstStyle/>
              <a:p>
                <a:pPr>
                  <a:defRPr/>
                </a:pPr>
                <a:endParaRPr lang="en-US"/>
              </a:p>
            </p:txBody>
          </p:sp>
          <p:sp>
            <p:nvSpPr>
              <p:cNvPr id="11" name="Arc 124"/>
              <p:cNvSpPr>
                <a:spLocks/>
              </p:cNvSpPr>
              <p:nvPr/>
            </p:nvSpPr>
            <p:spPr bwMode="hidden">
              <a:xfrm flipH="1">
                <a:off x="210" y="1169"/>
                <a:ext cx="2376" cy="2379"/>
              </a:xfrm>
              <a:custGeom>
                <a:avLst/>
                <a:gdLst>
                  <a:gd name="G0" fmla="+- 12855 0 0"/>
                  <a:gd name="G1" fmla="+- 21600 0 0"/>
                  <a:gd name="G2" fmla="+- 21600 0 0"/>
                  <a:gd name="T0" fmla="*/ 0 w 34455"/>
                  <a:gd name="T1" fmla="*/ 4241 h 22305"/>
                  <a:gd name="T2" fmla="*/ 34444 w 34455"/>
                  <a:gd name="T3" fmla="*/ 22305 h 22305"/>
                  <a:gd name="T4" fmla="*/ 12855 w 34455"/>
                  <a:gd name="T5" fmla="*/ 21600 h 22305"/>
                </a:gdLst>
                <a:ahLst/>
                <a:cxnLst>
                  <a:cxn ang="0">
                    <a:pos x="T0" y="T1"/>
                  </a:cxn>
                  <a:cxn ang="0">
                    <a:pos x="T2" y="T3"/>
                  </a:cxn>
                  <a:cxn ang="0">
                    <a:pos x="T4" y="T5"/>
                  </a:cxn>
                </a:cxnLst>
                <a:rect l="0" t="0" r="r" b="b"/>
                <a:pathLst>
                  <a:path w="34455" h="22305" fill="none" extrusionOk="0">
                    <a:moveTo>
                      <a:pt x="0" y="4241"/>
                    </a:moveTo>
                    <a:cubicBezTo>
                      <a:pt x="3720" y="1486"/>
                      <a:pt x="8226" y="-1"/>
                      <a:pt x="12855" y="0"/>
                    </a:cubicBezTo>
                    <a:cubicBezTo>
                      <a:pt x="24784" y="0"/>
                      <a:pt x="34455" y="9670"/>
                      <a:pt x="34455" y="21600"/>
                    </a:cubicBezTo>
                    <a:cubicBezTo>
                      <a:pt x="34455" y="21835"/>
                      <a:pt x="34451" y="22070"/>
                      <a:pt x="34443" y="22304"/>
                    </a:cubicBezTo>
                  </a:path>
                  <a:path w="34455" h="22305" stroke="0" extrusionOk="0">
                    <a:moveTo>
                      <a:pt x="0" y="4241"/>
                    </a:moveTo>
                    <a:cubicBezTo>
                      <a:pt x="3720" y="1486"/>
                      <a:pt x="8226" y="-1"/>
                      <a:pt x="12855" y="0"/>
                    </a:cubicBezTo>
                    <a:cubicBezTo>
                      <a:pt x="24784" y="0"/>
                      <a:pt x="34455" y="9670"/>
                      <a:pt x="34455" y="21600"/>
                    </a:cubicBezTo>
                    <a:cubicBezTo>
                      <a:pt x="34455" y="21835"/>
                      <a:pt x="34451" y="22070"/>
                      <a:pt x="34443" y="22304"/>
                    </a:cubicBezTo>
                    <a:lnTo>
                      <a:pt x="12855" y="21600"/>
                    </a:lnTo>
                    <a:close/>
                  </a:path>
                </a:pathLst>
              </a:custGeom>
              <a:noFill/>
              <a:ln w="9525">
                <a:solidFill>
                  <a:schemeClr val="folHlink"/>
                </a:solidFill>
                <a:round/>
                <a:headEnd/>
                <a:tailEnd/>
              </a:ln>
              <a:effectLst/>
            </p:spPr>
            <p:txBody>
              <a:bodyPr wrap="none" anchor="ctr"/>
              <a:lstStyle/>
              <a:p>
                <a:pPr>
                  <a:defRPr/>
                </a:pPr>
                <a:endParaRPr lang="en-US"/>
              </a:p>
            </p:txBody>
          </p:sp>
          <p:sp>
            <p:nvSpPr>
              <p:cNvPr id="12" name="Arc 125"/>
              <p:cNvSpPr>
                <a:spLocks/>
              </p:cNvSpPr>
              <p:nvPr/>
            </p:nvSpPr>
            <p:spPr bwMode="hidden">
              <a:xfrm>
                <a:off x="2840" y="1503"/>
                <a:ext cx="381" cy="2379"/>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13" name="Arc 126"/>
              <p:cNvSpPr>
                <a:spLocks/>
              </p:cNvSpPr>
              <p:nvPr/>
            </p:nvSpPr>
            <p:spPr bwMode="hidden">
              <a:xfrm>
                <a:off x="2940" y="1492"/>
                <a:ext cx="1004" cy="2379"/>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folHlink"/>
                </a:solidFill>
                <a:round/>
                <a:headEnd/>
                <a:tailEnd/>
              </a:ln>
              <a:effectLst/>
            </p:spPr>
            <p:txBody>
              <a:bodyPr wrap="none" anchor="ctr"/>
              <a:lstStyle/>
              <a:p>
                <a:pPr>
                  <a:defRPr/>
                </a:pPr>
                <a:endParaRPr lang="en-US"/>
              </a:p>
            </p:txBody>
          </p:sp>
          <p:sp>
            <p:nvSpPr>
              <p:cNvPr id="14" name="Freeform 127"/>
              <p:cNvSpPr>
                <a:spLocks/>
              </p:cNvSpPr>
              <p:nvPr/>
            </p:nvSpPr>
            <p:spPr bwMode="hidden">
              <a:xfrm>
                <a:off x="3300" y="2635"/>
                <a:ext cx="485" cy="147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15" name="Freeform 128"/>
              <p:cNvSpPr>
                <a:spLocks/>
              </p:cNvSpPr>
              <p:nvPr/>
            </p:nvSpPr>
            <p:spPr bwMode="hidden">
              <a:xfrm rot="19660755" flipV="1">
                <a:off x="2547" y="2149"/>
                <a:ext cx="441" cy="83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sp>
            <p:nvSpPr>
              <p:cNvPr id="16" name="Freeform 129"/>
              <p:cNvSpPr>
                <a:spLocks/>
              </p:cNvSpPr>
              <p:nvPr/>
            </p:nvSpPr>
            <p:spPr bwMode="hidden">
              <a:xfrm flipH="1">
                <a:off x="489" y="2503"/>
                <a:ext cx="1085"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17" name="Freeform 130"/>
              <p:cNvSpPr>
                <a:spLocks/>
              </p:cNvSpPr>
              <p:nvPr/>
            </p:nvSpPr>
            <p:spPr bwMode="hidden">
              <a:xfrm flipH="1">
                <a:off x="1000" y="893"/>
                <a:ext cx="696"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18" name="Freeform 131"/>
              <p:cNvSpPr>
                <a:spLocks/>
              </p:cNvSpPr>
              <p:nvPr/>
            </p:nvSpPr>
            <p:spPr bwMode="hidden">
              <a:xfrm>
                <a:off x="4401" y="2279"/>
                <a:ext cx="1007" cy="160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19" name="Freeform 132"/>
              <p:cNvSpPr>
                <a:spLocks/>
              </p:cNvSpPr>
              <p:nvPr/>
            </p:nvSpPr>
            <p:spPr bwMode="hidden">
              <a:xfrm>
                <a:off x="3878" y="1470"/>
                <a:ext cx="1518" cy="106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20" name="Freeform 133"/>
              <p:cNvSpPr>
                <a:spLocks/>
              </p:cNvSpPr>
              <p:nvPr/>
            </p:nvSpPr>
            <p:spPr bwMode="hidden">
              <a:xfrm>
                <a:off x="3934" y="337"/>
                <a:ext cx="664" cy="143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21" name="Freeform 134"/>
              <p:cNvSpPr>
                <a:spLocks/>
              </p:cNvSpPr>
              <p:nvPr/>
            </p:nvSpPr>
            <p:spPr bwMode="hidden">
              <a:xfrm rot="1346631" flipH="1">
                <a:off x="1702" y="1506"/>
                <a:ext cx="440" cy="83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grpSp>
      </p:grpSp>
      <p:sp>
        <p:nvSpPr>
          <p:cNvPr id="40071" name="Rectangle 135"/>
          <p:cNvSpPr>
            <a:spLocks noGrp="1" noChangeArrowheads="1"/>
          </p:cNvSpPr>
          <p:nvPr>
            <p:ph type="ctrTitle" sz="quarter"/>
          </p:nvPr>
        </p:nvSpPr>
        <p:spPr>
          <a:xfrm>
            <a:off x="685800" y="1827213"/>
            <a:ext cx="7772400" cy="1627187"/>
          </a:xfrm>
        </p:spPr>
        <p:txBody>
          <a:bodyPr/>
          <a:lstStyle>
            <a:lvl1pPr>
              <a:defRPr/>
            </a:lvl1pPr>
          </a:lstStyle>
          <a:p>
            <a:r>
              <a:rPr lang="en-US"/>
              <a:t>Click to edit Master title style</a:t>
            </a:r>
          </a:p>
        </p:txBody>
      </p:sp>
      <p:sp>
        <p:nvSpPr>
          <p:cNvPr id="40072" name="Rectangle 136"/>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137" name="Rectangle 137"/>
          <p:cNvSpPr>
            <a:spLocks noGrp="1" noChangeArrowheads="1"/>
          </p:cNvSpPr>
          <p:nvPr>
            <p:ph type="dt" sz="quarter" idx="10"/>
          </p:nvPr>
        </p:nvSpPr>
        <p:spPr/>
        <p:txBody>
          <a:bodyPr/>
          <a:lstStyle>
            <a:lvl1pPr>
              <a:defRPr/>
            </a:lvl1pPr>
          </a:lstStyle>
          <a:p>
            <a:pPr>
              <a:defRPr/>
            </a:pPr>
            <a:endParaRPr lang="en-US"/>
          </a:p>
        </p:txBody>
      </p:sp>
      <p:sp>
        <p:nvSpPr>
          <p:cNvPr id="138" name="Rectangle 138"/>
          <p:cNvSpPr>
            <a:spLocks noGrp="1" noChangeArrowheads="1"/>
          </p:cNvSpPr>
          <p:nvPr>
            <p:ph type="ftr" sz="quarter" idx="11"/>
          </p:nvPr>
        </p:nvSpPr>
        <p:spPr/>
        <p:txBody>
          <a:bodyPr/>
          <a:lstStyle>
            <a:lvl1pPr>
              <a:defRPr/>
            </a:lvl1pPr>
          </a:lstStyle>
          <a:p>
            <a:pPr>
              <a:defRPr/>
            </a:pPr>
            <a:endParaRPr lang="en-US"/>
          </a:p>
        </p:txBody>
      </p:sp>
      <p:sp>
        <p:nvSpPr>
          <p:cNvPr id="139" name="Rectangle 139"/>
          <p:cNvSpPr>
            <a:spLocks noGrp="1" noChangeArrowheads="1"/>
          </p:cNvSpPr>
          <p:nvPr>
            <p:ph type="sldNum" sz="quarter" idx="12"/>
          </p:nvPr>
        </p:nvSpPr>
        <p:spPr/>
        <p:txBody>
          <a:bodyPr/>
          <a:lstStyle>
            <a:lvl1pPr>
              <a:defRPr/>
            </a:lvl1pPr>
          </a:lstStyle>
          <a:p>
            <a:fld id="{3F20C7A3-D3D2-4A50-AB37-08D437BD8159}" type="slidenum">
              <a:rPr lang="en-US" altLang="en-US"/>
              <a:pPr/>
              <a:t>‹#›</a:t>
            </a:fld>
            <a:endParaRPr lang="en-US" altLang="en-US"/>
          </a:p>
        </p:txBody>
      </p:sp>
    </p:spTree>
    <p:extLst>
      <p:ext uri="{BB962C8B-B14F-4D97-AF65-F5344CB8AC3E}">
        <p14:creationId xmlns:p14="http://schemas.microsoft.com/office/powerpoint/2010/main" val="3006471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8111225A-7C5D-4DC2-8799-34F1BD8E4D5C}" type="slidenum">
              <a:rPr lang="en-US" altLang="en-US"/>
              <a:pPr/>
              <a:t>‹#›</a:t>
            </a:fld>
            <a:endParaRPr lang="en-US" altLang="en-US"/>
          </a:p>
        </p:txBody>
      </p:sp>
    </p:spTree>
    <p:extLst>
      <p:ext uri="{BB962C8B-B14F-4D97-AF65-F5344CB8AC3E}">
        <p14:creationId xmlns:p14="http://schemas.microsoft.com/office/powerpoint/2010/main" val="7688832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1B4126C9-86C2-44C4-B2BF-1AD4BA72FE71}" type="slidenum">
              <a:rPr lang="en-US" altLang="en-US"/>
              <a:pPr/>
              <a:t>‹#›</a:t>
            </a:fld>
            <a:endParaRPr lang="en-US" altLang="en-US"/>
          </a:p>
        </p:txBody>
      </p:sp>
    </p:spTree>
    <p:extLst>
      <p:ext uri="{BB962C8B-B14F-4D97-AF65-F5344CB8AC3E}">
        <p14:creationId xmlns:p14="http://schemas.microsoft.com/office/powerpoint/2010/main" val="17401998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39"/>
          <p:cNvSpPr>
            <a:spLocks noGrp="1" noChangeArrowheads="1"/>
          </p:cNvSpPr>
          <p:nvPr>
            <p:ph type="dt" sz="half" idx="10"/>
          </p:nvPr>
        </p:nvSpPr>
        <p:spPr>
          <a:ln/>
        </p:spPr>
        <p:txBody>
          <a:bodyPr/>
          <a:lstStyle>
            <a:lvl1pPr>
              <a:defRPr/>
            </a:lvl1pPr>
          </a:lstStyle>
          <a:p>
            <a:pPr>
              <a:defRPr/>
            </a:pPr>
            <a:endParaRPr lang="en-US"/>
          </a:p>
        </p:txBody>
      </p:sp>
      <p:sp>
        <p:nvSpPr>
          <p:cNvPr id="6" name="Rectangle 140"/>
          <p:cNvSpPr>
            <a:spLocks noGrp="1" noChangeArrowheads="1"/>
          </p:cNvSpPr>
          <p:nvPr>
            <p:ph type="ftr" sz="quarter" idx="11"/>
          </p:nvPr>
        </p:nvSpPr>
        <p:spPr>
          <a:ln/>
        </p:spPr>
        <p:txBody>
          <a:bodyPr/>
          <a:lstStyle>
            <a:lvl1pPr>
              <a:defRPr/>
            </a:lvl1pPr>
          </a:lstStyle>
          <a:p>
            <a:pPr>
              <a:defRPr/>
            </a:pPr>
            <a:endParaRPr lang="en-US"/>
          </a:p>
        </p:txBody>
      </p:sp>
      <p:sp>
        <p:nvSpPr>
          <p:cNvPr id="7" name="Rectangle 141"/>
          <p:cNvSpPr>
            <a:spLocks noGrp="1" noChangeArrowheads="1"/>
          </p:cNvSpPr>
          <p:nvPr>
            <p:ph type="sldNum" sz="quarter" idx="12"/>
          </p:nvPr>
        </p:nvSpPr>
        <p:spPr>
          <a:ln/>
        </p:spPr>
        <p:txBody>
          <a:bodyPr/>
          <a:lstStyle>
            <a:lvl1pPr>
              <a:defRPr/>
            </a:lvl1pPr>
          </a:lstStyle>
          <a:p>
            <a:fld id="{954C8F96-312B-4EEA-BD49-6B210F51BB2D}" type="slidenum">
              <a:rPr lang="en-US" altLang="en-US"/>
              <a:pPr/>
              <a:t>‹#›</a:t>
            </a:fld>
            <a:endParaRPr lang="en-US" altLang="en-US"/>
          </a:p>
        </p:txBody>
      </p:sp>
    </p:spTree>
    <p:extLst>
      <p:ext uri="{BB962C8B-B14F-4D97-AF65-F5344CB8AC3E}">
        <p14:creationId xmlns:p14="http://schemas.microsoft.com/office/powerpoint/2010/main" val="30207249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39"/>
          <p:cNvSpPr>
            <a:spLocks noGrp="1" noChangeArrowheads="1"/>
          </p:cNvSpPr>
          <p:nvPr>
            <p:ph type="dt" sz="half" idx="10"/>
          </p:nvPr>
        </p:nvSpPr>
        <p:spPr>
          <a:ln/>
        </p:spPr>
        <p:txBody>
          <a:bodyPr/>
          <a:lstStyle>
            <a:lvl1pPr>
              <a:defRPr/>
            </a:lvl1pPr>
          </a:lstStyle>
          <a:p>
            <a:pPr>
              <a:defRPr/>
            </a:pPr>
            <a:endParaRPr lang="en-US"/>
          </a:p>
        </p:txBody>
      </p:sp>
      <p:sp>
        <p:nvSpPr>
          <p:cNvPr id="8" name="Rectangle 140"/>
          <p:cNvSpPr>
            <a:spLocks noGrp="1" noChangeArrowheads="1"/>
          </p:cNvSpPr>
          <p:nvPr>
            <p:ph type="ftr" sz="quarter" idx="11"/>
          </p:nvPr>
        </p:nvSpPr>
        <p:spPr>
          <a:ln/>
        </p:spPr>
        <p:txBody>
          <a:bodyPr/>
          <a:lstStyle>
            <a:lvl1pPr>
              <a:defRPr/>
            </a:lvl1pPr>
          </a:lstStyle>
          <a:p>
            <a:pPr>
              <a:defRPr/>
            </a:pPr>
            <a:endParaRPr lang="en-US"/>
          </a:p>
        </p:txBody>
      </p:sp>
      <p:sp>
        <p:nvSpPr>
          <p:cNvPr id="9" name="Rectangle 141"/>
          <p:cNvSpPr>
            <a:spLocks noGrp="1" noChangeArrowheads="1"/>
          </p:cNvSpPr>
          <p:nvPr>
            <p:ph type="sldNum" sz="quarter" idx="12"/>
          </p:nvPr>
        </p:nvSpPr>
        <p:spPr>
          <a:ln/>
        </p:spPr>
        <p:txBody>
          <a:bodyPr/>
          <a:lstStyle>
            <a:lvl1pPr>
              <a:defRPr/>
            </a:lvl1pPr>
          </a:lstStyle>
          <a:p>
            <a:fld id="{A165CC12-E2B2-4707-B93E-B5C577DD4568}" type="slidenum">
              <a:rPr lang="en-US" altLang="en-US"/>
              <a:pPr/>
              <a:t>‹#›</a:t>
            </a:fld>
            <a:endParaRPr lang="en-US" altLang="en-US"/>
          </a:p>
        </p:txBody>
      </p:sp>
    </p:spTree>
    <p:extLst>
      <p:ext uri="{BB962C8B-B14F-4D97-AF65-F5344CB8AC3E}">
        <p14:creationId xmlns:p14="http://schemas.microsoft.com/office/powerpoint/2010/main" val="15063876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39"/>
          <p:cNvSpPr>
            <a:spLocks noGrp="1" noChangeArrowheads="1"/>
          </p:cNvSpPr>
          <p:nvPr>
            <p:ph type="dt" sz="half" idx="10"/>
          </p:nvPr>
        </p:nvSpPr>
        <p:spPr>
          <a:ln/>
        </p:spPr>
        <p:txBody>
          <a:bodyPr/>
          <a:lstStyle>
            <a:lvl1pPr>
              <a:defRPr/>
            </a:lvl1pPr>
          </a:lstStyle>
          <a:p>
            <a:pPr>
              <a:defRPr/>
            </a:pPr>
            <a:endParaRPr lang="en-US"/>
          </a:p>
        </p:txBody>
      </p:sp>
      <p:sp>
        <p:nvSpPr>
          <p:cNvPr id="4" name="Rectangle 140"/>
          <p:cNvSpPr>
            <a:spLocks noGrp="1" noChangeArrowheads="1"/>
          </p:cNvSpPr>
          <p:nvPr>
            <p:ph type="ftr" sz="quarter" idx="11"/>
          </p:nvPr>
        </p:nvSpPr>
        <p:spPr>
          <a:ln/>
        </p:spPr>
        <p:txBody>
          <a:bodyPr/>
          <a:lstStyle>
            <a:lvl1pPr>
              <a:defRPr/>
            </a:lvl1pPr>
          </a:lstStyle>
          <a:p>
            <a:pPr>
              <a:defRPr/>
            </a:pPr>
            <a:endParaRPr lang="en-US"/>
          </a:p>
        </p:txBody>
      </p:sp>
      <p:sp>
        <p:nvSpPr>
          <p:cNvPr id="5" name="Rectangle 141"/>
          <p:cNvSpPr>
            <a:spLocks noGrp="1" noChangeArrowheads="1"/>
          </p:cNvSpPr>
          <p:nvPr>
            <p:ph type="sldNum" sz="quarter" idx="12"/>
          </p:nvPr>
        </p:nvSpPr>
        <p:spPr>
          <a:ln/>
        </p:spPr>
        <p:txBody>
          <a:bodyPr/>
          <a:lstStyle>
            <a:lvl1pPr>
              <a:defRPr/>
            </a:lvl1pPr>
          </a:lstStyle>
          <a:p>
            <a:fld id="{A3DB28EB-24EE-406B-90AE-79A78F95BEBA}" type="slidenum">
              <a:rPr lang="en-US" altLang="en-US"/>
              <a:pPr/>
              <a:t>‹#›</a:t>
            </a:fld>
            <a:endParaRPr lang="en-US" altLang="en-US"/>
          </a:p>
        </p:txBody>
      </p:sp>
    </p:spTree>
    <p:extLst>
      <p:ext uri="{BB962C8B-B14F-4D97-AF65-F5344CB8AC3E}">
        <p14:creationId xmlns:p14="http://schemas.microsoft.com/office/powerpoint/2010/main" val="23287315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9"/>
          <p:cNvSpPr>
            <a:spLocks noGrp="1" noChangeArrowheads="1"/>
          </p:cNvSpPr>
          <p:nvPr>
            <p:ph type="dt" sz="half" idx="10"/>
          </p:nvPr>
        </p:nvSpPr>
        <p:spPr>
          <a:ln/>
        </p:spPr>
        <p:txBody>
          <a:bodyPr/>
          <a:lstStyle>
            <a:lvl1pPr>
              <a:defRPr/>
            </a:lvl1pPr>
          </a:lstStyle>
          <a:p>
            <a:pPr>
              <a:defRPr/>
            </a:pPr>
            <a:endParaRPr lang="en-US"/>
          </a:p>
        </p:txBody>
      </p:sp>
      <p:sp>
        <p:nvSpPr>
          <p:cNvPr id="3" name="Rectangle 140"/>
          <p:cNvSpPr>
            <a:spLocks noGrp="1" noChangeArrowheads="1"/>
          </p:cNvSpPr>
          <p:nvPr>
            <p:ph type="ftr" sz="quarter" idx="11"/>
          </p:nvPr>
        </p:nvSpPr>
        <p:spPr>
          <a:ln/>
        </p:spPr>
        <p:txBody>
          <a:bodyPr/>
          <a:lstStyle>
            <a:lvl1pPr>
              <a:defRPr/>
            </a:lvl1pPr>
          </a:lstStyle>
          <a:p>
            <a:pPr>
              <a:defRPr/>
            </a:pPr>
            <a:endParaRPr lang="en-US"/>
          </a:p>
        </p:txBody>
      </p:sp>
      <p:sp>
        <p:nvSpPr>
          <p:cNvPr id="4" name="Rectangle 141"/>
          <p:cNvSpPr>
            <a:spLocks noGrp="1" noChangeArrowheads="1"/>
          </p:cNvSpPr>
          <p:nvPr>
            <p:ph type="sldNum" sz="quarter" idx="12"/>
          </p:nvPr>
        </p:nvSpPr>
        <p:spPr>
          <a:ln/>
        </p:spPr>
        <p:txBody>
          <a:bodyPr/>
          <a:lstStyle>
            <a:lvl1pPr>
              <a:defRPr/>
            </a:lvl1pPr>
          </a:lstStyle>
          <a:p>
            <a:fld id="{6D03E32E-01B8-4F30-B2F9-0CCE3E908562}" type="slidenum">
              <a:rPr lang="en-US" altLang="en-US"/>
              <a:pPr/>
              <a:t>‹#›</a:t>
            </a:fld>
            <a:endParaRPr lang="en-US" altLang="en-US"/>
          </a:p>
        </p:txBody>
      </p:sp>
    </p:spTree>
    <p:extLst>
      <p:ext uri="{BB962C8B-B14F-4D97-AF65-F5344CB8AC3E}">
        <p14:creationId xmlns:p14="http://schemas.microsoft.com/office/powerpoint/2010/main" val="28781984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39"/>
          <p:cNvSpPr>
            <a:spLocks noGrp="1" noChangeArrowheads="1"/>
          </p:cNvSpPr>
          <p:nvPr>
            <p:ph type="dt" sz="half" idx="10"/>
          </p:nvPr>
        </p:nvSpPr>
        <p:spPr>
          <a:ln/>
        </p:spPr>
        <p:txBody>
          <a:bodyPr/>
          <a:lstStyle>
            <a:lvl1pPr>
              <a:defRPr/>
            </a:lvl1pPr>
          </a:lstStyle>
          <a:p>
            <a:pPr>
              <a:defRPr/>
            </a:pPr>
            <a:endParaRPr lang="en-US"/>
          </a:p>
        </p:txBody>
      </p:sp>
      <p:sp>
        <p:nvSpPr>
          <p:cNvPr id="6" name="Rectangle 140"/>
          <p:cNvSpPr>
            <a:spLocks noGrp="1" noChangeArrowheads="1"/>
          </p:cNvSpPr>
          <p:nvPr>
            <p:ph type="ftr" sz="quarter" idx="11"/>
          </p:nvPr>
        </p:nvSpPr>
        <p:spPr>
          <a:ln/>
        </p:spPr>
        <p:txBody>
          <a:bodyPr/>
          <a:lstStyle>
            <a:lvl1pPr>
              <a:defRPr/>
            </a:lvl1pPr>
          </a:lstStyle>
          <a:p>
            <a:pPr>
              <a:defRPr/>
            </a:pPr>
            <a:endParaRPr lang="en-US"/>
          </a:p>
        </p:txBody>
      </p:sp>
      <p:sp>
        <p:nvSpPr>
          <p:cNvPr id="7" name="Rectangle 141"/>
          <p:cNvSpPr>
            <a:spLocks noGrp="1" noChangeArrowheads="1"/>
          </p:cNvSpPr>
          <p:nvPr>
            <p:ph type="sldNum" sz="quarter" idx="12"/>
          </p:nvPr>
        </p:nvSpPr>
        <p:spPr>
          <a:ln/>
        </p:spPr>
        <p:txBody>
          <a:bodyPr/>
          <a:lstStyle>
            <a:lvl1pPr>
              <a:defRPr/>
            </a:lvl1pPr>
          </a:lstStyle>
          <a:p>
            <a:fld id="{84DE1382-879D-46FA-8A8F-87F5B1AD8712}" type="slidenum">
              <a:rPr lang="en-US" altLang="en-US"/>
              <a:pPr/>
              <a:t>‹#›</a:t>
            </a:fld>
            <a:endParaRPr lang="en-US" altLang="en-US"/>
          </a:p>
        </p:txBody>
      </p:sp>
    </p:spTree>
    <p:extLst>
      <p:ext uri="{BB962C8B-B14F-4D97-AF65-F5344CB8AC3E}">
        <p14:creationId xmlns:p14="http://schemas.microsoft.com/office/powerpoint/2010/main" val="27083116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39"/>
          <p:cNvSpPr>
            <a:spLocks noGrp="1" noChangeArrowheads="1"/>
          </p:cNvSpPr>
          <p:nvPr>
            <p:ph type="dt" sz="half" idx="10"/>
          </p:nvPr>
        </p:nvSpPr>
        <p:spPr>
          <a:ln/>
        </p:spPr>
        <p:txBody>
          <a:bodyPr/>
          <a:lstStyle>
            <a:lvl1pPr>
              <a:defRPr/>
            </a:lvl1pPr>
          </a:lstStyle>
          <a:p>
            <a:pPr>
              <a:defRPr/>
            </a:pPr>
            <a:endParaRPr lang="en-US"/>
          </a:p>
        </p:txBody>
      </p:sp>
      <p:sp>
        <p:nvSpPr>
          <p:cNvPr id="6" name="Rectangle 140"/>
          <p:cNvSpPr>
            <a:spLocks noGrp="1" noChangeArrowheads="1"/>
          </p:cNvSpPr>
          <p:nvPr>
            <p:ph type="ftr" sz="quarter" idx="11"/>
          </p:nvPr>
        </p:nvSpPr>
        <p:spPr>
          <a:ln/>
        </p:spPr>
        <p:txBody>
          <a:bodyPr/>
          <a:lstStyle>
            <a:lvl1pPr>
              <a:defRPr/>
            </a:lvl1pPr>
          </a:lstStyle>
          <a:p>
            <a:pPr>
              <a:defRPr/>
            </a:pPr>
            <a:endParaRPr lang="en-US"/>
          </a:p>
        </p:txBody>
      </p:sp>
      <p:sp>
        <p:nvSpPr>
          <p:cNvPr id="7" name="Rectangle 141"/>
          <p:cNvSpPr>
            <a:spLocks noGrp="1" noChangeArrowheads="1"/>
          </p:cNvSpPr>
          <p:nvPr>
            <p:ph type="sldNum" sz="quarter" idx="12"/>
          </p:nvPr>
        </p:nvSpPr>
        <p:spPr>
          <a:ln/>
        </p:spPr>
        <p:txBody>
          <a:bodyPr/>
          <a:lstStyle>
            <a:lvl1pPr>
              <a:defRPr/>
            </a:lvl1pPr>
          </a:lstStyle>
          <a:p>
            <a:fld id="{546DF07E-3D30-4BA7-8B93-FF7B8B357BD0}" type="slidenum">
              <a:rPr lang="en-US" altLang="en-US"/>
              <a:pPr/>
              <a:t>‹#›</a:t>
            </a:fld>
            <a:endParaRPr lang="en-US" altLang="en-US"/>
          </a:p>
        </p:txBody>
      </p:sp>
    </p:spTree>
    <p:extLst>
      <p:ext uri="{BB962C8B-B14F-4D97-AF65-F5344CB8AC3E}">
        <p14:creationId xmlns:p14="http://schemas.microsoft.com/office/powerpoint/2010/main" val="37203679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7CE07446-1C6A-46AB-BC52-2982789DF9E6}" type="slidenum">
              <a:rPr lang="en-US" altLang="en-US"/>
              <a:pPr/>
              <a:t>‹#›</a:t>
            </a:fld>
            <a:endParaRPr lang="en-US" altLang="en-US"/>
          </a:p>
        </p:txBody>
      </p:sp>
    </p:spTree>
    <p:extLst>
      <p:ext uri="{BB962C8B-B14F-4D97-AF65-F5344CB8AC3E}">
        <p14:creationId xmlns:p14="http://schemas.microsoft.com/office/powerpoint/2010/main" val="37062446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1625"/>
            <a:ext cx="1943100" cy="57943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301625"/>
            <a:ext cx="5676900" cy="57943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B1A7A13F-948C-4CD1-9ABA-E34B7F7FFA69}" type="slidenum">
              <a:rPr lang="en-US" altLang="en-US"/>
              <a:pPr/>
              <a:t>‹#›</a:t>
            </a:fld>
            <a:endParaRPr lang="en-US" altLang="en-US"/>
          </a:p>
        </p:txBody>
      </p:sp>
    </p:spTree>
    <p:extLst>
      <p:ext uri="{BB962C8B-B14F-4D97-AF65-F5344CB8AC3E}">
        <p14:creationId xmlns:p14="http://schemas.microsoft.com/office/powerpoint/2010/main" val="23845725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F2CA911D-5198-4739-B9EF-38A80E683B65}" type="slidenum">
              <a:rPr lang="en-US" altLang="en-US"/>
              <a:pPr/>
              <a:t>‹#›</a:t>
            </a:fld>
            <a:endParaRPr lang="en-US" altLang="en-US"/>
          </a:p>
        </p:txBody>
      </p:sp>
    </p:spTree>
    <p:extLst>
      <p:ext uri="{BB962C8B-B14F-4D97-AF65-F5344CB8AC3E}">
        <p14:creationId xmlns:p14="http://schemas.microsoft.com/office/powerpoint/2010/main" val="5254034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853006D5-1472-49CD-B18C-100F484BDC98}" type="slidenum">
              <a:rPr lang="en-US" altLang="en-US"/>
              <a:pPr/>
              <a:t>‹#›</a:t>
            </a:fld>
            <a:endParaRPr lang="en-US" altLang="en-US"/>
          </a:p>
        </p:txBody>
      </p:sp>
    </p:spTree>
    <p:extLst>
      <p:ext uri="{BB962C8B-B14F-4D97-AF65-F5344CB8AC3E}">
        <p14:creationId xmlns:p14="http://schemas.microsoft.com/office/powerpoint/2010/main" val="15115412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3E8808E4-AD45-4A85-A176-E92178B68AD4}" type="slidenum">
              <a:rPr lang="en-US" altLang="en-US"/>
              <a:pPr/>
              <a:t>‹#›</a:t>
            </a:fld>
            <a:endParaRPr lang="en-US" altLang="en-US"/>
          </a:p>
        </p:txBody>
      </p:sp>
    </p:spTree>
    <p:extLst>
      <p:ext uri="{BB962C8B-B14F-4D97-AF65-F5344CB8AC3E}">
        <p14:creationId xmlns:p14="http://schemas.microsoft.com/office/powerpoint/2010/main" val="18960342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7F8CD49D-522B-42A9-9CC2-5F904FBA0069}" type="slidenum">
              <a:rPr lang="en-US" altLang="en-US"/>
              <a:pPr/>
              <a:t>‹#›</a:t>
            </a:fld>
            <a:endParaRPr lang="en-US" altLang="en-US"/>
          </a:p>
        </p:txBody>
      </p:sp>
    </p:spTree>
    <p:extLst>
      <p:ext uri="{BB962C8B-B14F-4D97-AF65-F5344CB8AC3E}">
        <p14:creationId xmlns:p14="http://schemas.microsoft.com/office/powerpoint/2010/main" val="13384206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E036DC57-C07C-43CF-92E8-A25AF81031EC}" type="slidenum">
              <a:rPr lang="en-US" altLang="en-US"/>
              <a:pPr/>
              <a:t>‹#›</a:t>
            </a:fld>
            <a:endParaRPr lang="en-US" altLang="en-US"/>
          </a:p>
        </p:txBody>
      </p:sp>
    </p:spTree>
    <p:extLst>
      <p:ext uri="{BB962C8B-B14F-4D97-AF65-F5344CB8AC3E}">
        <p14:creationId xmlns:p14="http://schemas.microsoft.com/office/powerpoint/2010/main" val="10768891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DB3F3345-86D6-4055-B83D-8FBCFA28DA2A}" type="slidenum">
              <a:rPr lang="en-US" altLang="en-US"/>
              <a:pPr/>
              <a:t>‹#›</a:t>
            </a:fld>
            <a:endParaRPr lang="en-US" altLang="en-US"/>
          </a:p>
        </p:txBody>
      </p:sp>
    </p:spTree>
    <p:extLst>
      <p:ext uri="{BB962C8B-B14F-4D97-AF65-F5344CB8AC3E}">
        <p14:creationId xmlns:p14="http://schemas.microsoft.com/office/powerpoint/2010/main" val="27021061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F943F318-2F2D-4477-B8C8-FAE14E820780}" type="slidenum">
              <a:rPr lang="en-US" altLang="en-US"/>
              <a:pPr/>
              <a:t>‹#›</a:t>
            </a:fld>
            <a:endParaRPr lang="en-US" altLang="en-US"/>
          </a:p>
        </p:txBody>
      </p:sp>
    </p:spTree>
    <p:extLst>
      <p:ext uri="{BB962C8B-B14F-4D97-AF65-F5344CB8AC3E}">
        <p14:creationId xmlns:p14="http://schemas.microsoft.com/office/powerpoint/2010/main" val="13282837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5D8D7774-3949-4FDA-946C-CF076FD1F1B6}" type="slidenum">
              <a:rPr lang="en-US" altLang="en-US"/>
              <a:pPr/>
              <a:t>‹#›</a:t>
            </a:fld>
            <a:endParaRPr lang="en-US" altLang="en-US"/>
          </a:p>
        </p:txBody>
      </p:sp>
    </p:spTree>
    <p:extLst>
      <p:ext uri="{BB962C8B-B14F-4D97-AF65-F5344CB8AC3E}">
        <p14:creationId xmlns:p14="http://schemas.microsoft.com/office/powerpoint/2010/main" val="31386328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510C6326-0819-41AC-8434-853DA24AEAC8}" type="slidenum">
              <a:rPr lang="en-US" altLang="en-US"/>
              <a:pPr/>
              <a:t>‹#›</a:t>
            </a:fld>
            <a:endParaRPr lang="en-US" altLang="en-US"/>
          </a:p>
        </p:txBody>
      </p:sp>
    </p:spTree>
    <p:extLst>
      <p:ext uri="{BB962C8B-B14F-4D97-AF65-F5344CB8AC3E}">
        <p14:creationId xmlns:p14="http://schemas.microsoft.com/office/powerpoint/2010/main" val="720885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6707D3D5-3B9C-4143-92DA-E9C444F18162}" type="slidenum">
              <a:rPr lang="en-US" altLang="en-US"/>
              <a:pPr/>
              <a:t>‹#›</a:t>
            </a:fld>
            <a:endParaRPr lang="en-US" altLang="en-US"/>
          </a:p>
        </p:txBody>
      </p:sp>
    </p:spTree>
    <p:extLst>
      <p:ext uri="{BB962C8B-B14F-4D97-AF65-F5344CB8AC3E}">
        <p14:creationId xmlns:p14="http://schemas.microsoft.com/office/powerpoint/2010/main" val="19200138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1D255B3E-5FC8-4EAC-BA49-5CD322BE66C6}" type="slidenum">
              <a:rPr lang="en-US" altLang="en-US"/>
              <a:pPr/>
              <a:t>‹#›</a:t>
            </a:fld>
            <a:endParaRPr lang="en-US" altLang="en-US"/>
          </a:p>
        </p:txBody>
      </p:sp>
    </p:spTree>
    <p:extLst>
      <p:ext uri="{BB962C8B-B14F-4D97-AF65-F5344CB8AC3E}">
        <p14:creationId xmlns:p14="http://schemas.microsoft.com/office/powerpoint/2010/main" val="392258386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2E0F767C-8093-413C-8CF0-7325D48E8D31}" type="slidenum">
              <a:rPr lang="en-US" altLang="en-US"/>
              <a:pPr/>
              <a:t>‹#›</a:t>
            </a:fld>
            <a:endParaRPr lang="en-US" altLang="en-US"/>
          </a:p>
        </p:txBody>
      </p:sp>
    </p:spTree>
    <p:extLst>
      <p:ext uri="{BB962C8B-B14F-4D97-AF65-F5344CB8AC3E}">
        <p14:creationId xmlns:p14="http://schemas.microsoft.com/office/powerpoint/2010/main" val="35642637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1576F7BD-4E94-49CB-901C-644F557C60D5}" type="slidenum">
              <a:rPr lang="en-US" altLang="en-US"/>
              <a:pPr/>
              <a:t>‹#›</a:t>
            </a:fld>
            <a:endParaRPr lang="en-US" altLang="en-US"/>
          </a:p>
        </p:txBody>
      </p:sp>
    </p:spTree>
    <p:extLst>
      <p:ext uri="{BB962C8B-B14F-4D97-AF65-F5344CB8AC3E}">
        <p14:creationId xmlns:p14="http://schemas.microsoft.com/office/powerpoint/2010/main" val="7623138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083C683-BCB3-4970-AF24-5F30CA6AC8F8}" type="slidenum">
              <a:rPr lang="en-US" altLang="en-US"/>
              <a:pPr/>
              <a:t>‹#›</a:t>
            </a:fld>
            <a:endParaRPr lang="en-US" altLang="en-US"/>
          </a:p>
        </p:txBody>
      </p:sp>
    </p:spTree>
    <p:extLst>
      <p:ext uri="{BB962C8B-B14F-4D97-AF65-F5344CB8AC3E}">
        <p14:creationId xmlns:p14="http://schemas.microsoft.com/office/powerpoint/2010/main" val="370922496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6EC7A0E6-DEA4-4C27-930B-DB868AEA0ADD}" type="slidenum">
              <a:rPr lang="en-US" altLang="en-US"/>
              <a:pPr/>
              <a:t>‹#›</a:t>
            </a:fld>
            <a:endParaRPr lang="en-US" altLang="en-US"/>
          </a:p>
        </p:txBody>
      </p:sp>
    </p:spTree>
    <p:extLst>
      <p:ext uri="{BB962C8B-B14F-4D97-AF65-F5344CB8AC3E}">
        <p14:creationId xmlns:p14="http://schemas.microsoft.com/office/powerpoint/2010/main" val="401528117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921400C4-C7C6-4FC1-8CF6-4F697D8BF505}" type="slidenum">
              <a:rPr lang="en-US" altLang="en-US"/>
              <a:pPr/>
              <a:t>‹#›</a:t>
            </a:fld>
            <a:endParaRPr lang="en-US" altLang="en-US"/>
          </a:p>
        </p:txBody>
      </p:sp>
    </p:spTree>
    <p:extLst>
      <p:ext uri="{BB962C8B-B14F-4D97-AF65-F5344CB8AC3E}">
        <p14:creationId xmlns:p14="http://schemas.microsoft.com/office/powerpoint/2010/main" val="242274841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A3800E69-B9AC-454C-BB12-61FC56D54C04}" type="slidenum">
              <a:rPr lang="en-US" altLang="en-US"/>
              <a:pPr/>
              <a:t>‹#›</a:t>
            </a:fld>
            <a:endParaRPr lang="en-US" altLang="en-US"/>
          </a:p>
        </p:txBody>
      </p:sp>
    </p:spTree>
    <p:extLst>
      <p:ext uri="{BB962C8B-B14F-4D97-AF65-F5344CB8AC3E}">
        <p14:creationId xmlns:p14="http://schemas.microsoft.com/office/powerpoint/2010/main" val="330616013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FCF961B7-64EE-40C8-A7BB-9B92767F21FA}" type="slidenum">
              <a:rPr lang="en-US" altLang="en-US"/>
              <a:pPr/>
              <a:t>‹#›</a:t>
            </a:fld>
            <a:endParaRPr lang="en-US" altLang="en-US"/>
          </a:p>
        </p:txBody>
      </p:sp>
    </p:spTree>
    <p:extLst>
      <p:ext uri="{BB962C8B-B14F-4D97-AF65-F5344CB8AC3E}">
        <p14:creationId xmlns:p14="http://schemas.microsoft.com/office/powerpoint/2010/main" val="50419378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5C7C9BB7-EF7B-47EE-9C0C-A57E2BD8582F}" type="slidenum">
              <a:rPr lang="en-US" altLang="en-US"/>
              <a:pPr/>
              <a:t>‹#›</a:t>
            </a:fld>
            <a:endParaRPr lang="en-US" altLang="en-US"/>
          </a:p>
        </p:txBody>
      </p:sp>
    </p:spTree>
    <p:extLst>
      <p:ext uri="{BB962C8B-B14F-4D97-AF65-F5344CB8AC3E}">
        <p14:creationId xmlns:p14="http://schemas.microsoft.com/office/powerpoint/2010/main" val="26692636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28195ECE-2186-4E66-9E6C-782953D1BE17}" type="slidenum">
              <a:rPr lang="en-US" altLang="en-US"/>
              <a:pPr/>
              <a:t>‹#›</a:t>
            </a:fld>
            <a:endParaRPr lang="en-US" altLang="en-US"/>
          </a:p>
        </p:txBody>
      </p:sp>
    </p:spTree>
    <p:extLst>
      <p:ext uri="{BB962C8B-B14F-4D97-AF65-F5344CB8AC3E}">
        <p14:creationId xmlns:p14="http://schemas.microsoft.com/office/powerpoint/2010/main" val="308285114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BE2CE31B-69D2-41C4-83E3-A3AA96F648B1}" type="slidenum">
              <a:rPr lang="en-US" altLang="en-US"/>
              <a:pPr/>
              <a:t>‹#›</a:t>
            </a:fld>
            <a:endParaRPr lang="en-US" altLang="en-US"/>
          </a:p>
        </p:txBody>
      </p:sp>
    </p:spTree>
    <p:extLst>
      <p:ext uri="{BB962C8B-B14F-4D97-AF65-F5344CB8AC3E}">
        <p14:creationId xmlns:p14="http://schemas.microsoft.com/office/powerpoint/2010/main" val="50799514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199B1DE-8729-470C-B9A9-988DB6BC787C}" type="slidenum">
              <a:rPr lang="en-US" altLang="en-US"/>
              <a:pPr/>
              <a:t>‹#›</a:t>
            </a:fld>
            <a:endParaRPr lang="en-US" altLang="en-US"/>
          </a:p>
        </p:txBody>
      </p:sp>
    </p:spTree>
    <p:extLst>
      <p:ext uri="{BB962C8B-B14F-4D97-AF65-F5344CB8AC3E}">
        <p14:creationId xmlns:p14="http://schemas.microsoft.com/office/powerpoint/2010/main" val="207306991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9138" name="Rectangle 2"/>
          <p:cNvSpPr>
            <a:spLocks noGrp="1" noRot="1" noChangeArrowheads="1"/>
          </p:cNvSpPr>
          <p:nvPr>
            <p:ph type="ctrTitle"/>
          </p:nvPr>
        </p:nvSpPr>
        <p:spPr>
          <a:xfrm>
            <a:off x="685800" y="1981200"/>
            <a:ext cx="7772400" cy="1600200"/>
          </a:xfrm>
        </p:spPr>
        <p:txBody>
          <a:bodyPr/>
          <a:lstStyle>
            <a:lvl1pPr>
              <a:defRPr/>
            </a:lvl1pPr>
          </a:lstStyle>
          <a:p>
            <a:r>
              <a:rPr lang="en-US"/>
              <a:t>Click to edit Master title style</a:t>
            </a:r>
          </a:p>
        </p:txBody>
      </p:sp>
      <p:sp>
        <p:nvSpPr>
          <p:cNvPr id="219139" name="Rectangle 3"/>
          <p:cNvSpPr>
            <a:spLocks noGrp="1" noRot="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3AD95759-48B7-4394-BC9F-82C920A1D7F1}" type="slidenum">
              <a:rPr lang="en-US" altLang="en-US"/>
              <a:pPr/>
              <a:t>‹#›</a:t>
            </a:fld>
            <a:endParaRPr lang="en-US" altLang="en-US"/>
          </a:p>
        </p:txBody>
      </p:sp>
    </p:spTree>
    <p:extLst>
      <p:ext uri="{BB962C8B-B14F-4D97-AF65-F5344CB8AC3E}">
        <p14:creationId xmlns:p14="http://schemas.microsoft.com/office/powerpoint/2010/main" val="370544795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4669A1D8-2AB2-43E3-A08A-036E0E4BD90A}" type="slidenum">
              <a:rPr lang="en-US" altLang="en-US"/>
              <a:pPr/>
              <a:t>‹#›</a:t>
            </a:fld>
            <a:endParaRPr lang="en-US" altLang="en-US"/>
          </a:p>
        </p:txBody>
      </p:sp>
    </p:spTree>
    <p:extLst>
      <p:ext uri="{BB962C8B-B14F-4D97-AF65-F5344CB8AC3E}">
        <p14:creationId xmlns:p14="http://schemas.microsoft.com/office/powerpoint/2010/main" val="413216513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1B97824A-3DA2-46F2-A761-1FE5A035CD72}" type="slidenum">
              <a:rPr lang="en-US" altLang="en-US"/>
              <a:pPr/>
              <a:t>‹#›</a:t>
            </a:fld>
            <a:endParaRPr lang="en-US" altLang="en-US"/>
          </a:p>
        </p:txBody>
      </p:sp>
    </p:spTree>
    <p:extLst>
      <p:ext uri="{BB962C8B-B14F-4D97-AF65-F5344CB8AC3E}">
        <p14:creationId xmlns:p14="http://schemas.microsoft.com/office/powerpoint/2010/main" val="99392919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1625"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A341BC1B-5463-4A68-8D21-AFC52FC3EF80}" type="slidenum">
              <a:rPr lang="en-US" altLang="en-US"/>
              <a:pPr/>
              <a:t>‹#›</a:t>
            </a:fld>
            <a:endParaRPr lang="en-US" altLang="en-US"/>
          </a:p>
        </p:txBody>
      </p:sp>
    </p:spTree>
    <p:extLst>
      <p:ext uri="{BB962C8B-B14F-4D97-AF65-F5344CB8AC3E}">
        <p14:creationId xmlns:p14="http://schemas.microsoft.com/office/powerpoint/2010/main" val="383960929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DAEFA9DE-9B6E-48E9-B271-09A612FD0FC4}" type="slidenum">
              <a:rPr lang="en-US" altLang="en-US"/>
              <a:pPr/>
              <a:t>‹#›</a:t>
            </a:fld>
            <a:endParaRPr lang="en-US" altLang="en-US"/>
          </a:p>
        </p:txBody>
      </p:sp>
    </p:spTree>
    <p:extLst>
      <p:ext uri="{BB962C8B-B14F-4D97-AF65-F5344CB8AC3E}">
        <p14:creationId xmlns:p14="http://schemas.microsoft.com/office/powerpoint/2010/main" val="375204149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88B69C11-849F-4EE9-A80A-AF3AF0DD0685}" type="slidenum">
              <a:rPr lang="en-US" altLang="en-US"/>
              <a:pPr/>
              <a:t>‹#›</a:t>
            </a:fld>
            <a:endParaRPr lang="en-US" altLang="en-US"/>
          </a:p>
        </p:txBody>
      </p:sp>
    </p:spTree>
    <p:extLst>
      <p:ext uri="{BB962C8B-B14F-4D97-AF65-F5344CB8AC3E}">
        <p14:creationId xmlns:p14="http://schemas.microsoft.com/office/powerpoint/2010/main" val="253650892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B299A620-1C15-4820-887D-E71A152CC434}" type="slidenum">
              <a:rPr lang="en-US" altLang="en-US"/>
              <a:pPr/>
              <a:t>‹#›</a:t>
            </a:fld>
            <a:endParaRPr lang="en-US" altLang="en-US"/>
          </a:p>
        </p:txBody>
      </p:sp>
    </p:spTree>
    <p:extLst>
      <p:ext uri="{BB962C8B-B14F-4D97-AF65-F5344CB8AC3E}">
        <p14:creationId xmlns:p14="http://schemas.microsoft.com/office/powerpoint/2010/main" val="261213859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3AAA83BB-6E20-47FA-ADEB-E9E9DF52C4DE}" type="slidenum">
              <a:rPr lang="en-US" altLang="en-US"/>
              <a:pPr/>
              <a:t>‹#›</a:t>
            </a:fld>
            <a:endParaRPr lang="en-US" altLang="en-US"/>
          </a:p>
        </p:txBody>
      </p:sp>
    </p:spTree>
    <p:extLst>
      <p:ext uri="{BB962C8B-B14F-4D97-AF65-F5344CB8AC3E}">
        <p14:creationId xmlns:p14="http://schemas.microsoft.com/office/powerpoint/2010/main" val="377992414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0EDC4FF5-3DEB-40C9-97C7-946249B59FAA}" type="slidenum">
              <a:rPr lang="en-US" altLang="en-US"/>
              <a:pPr/>
              <a:t>‹#›</a:t>
            </a:fld>
            <a:endParaRPr lang="en-US" altLang="en-US"/>
          </a:p>
        </p:txBody>
      </p:sp>
    </p:spTree>
    <p:extLst>
      <p:ext uri="{BB962C8B-B14F-4D97-AF65-F5344CB8AC3E}">
        <p14:creationId xmlns:p14="http://schemas.microsoft.com/office/powerpoint/2010/main" val="229636944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A8DE5069-03DC-41C7-A144-7B5E18D6C0E7}" type="slidenum">
              <a:rPr lang="en-US" altLang="en-US"/>
              <a:pPr/>
              <a:t>‹#›</a:t>
            </a:fld>
            <a:endParaRPr lang="en-US" altLang="en-US"/>
          </a:p>
        </p:txBody>
      </p:sp>
    </p:spTree>
    <p:extLst>
      <p:ext uri="{BB962C8B-B14F-4D97-AF65-F5344CB8AC3E}">
        <p14:creationId xmlns:p14="http://schemas.microsoft.com/office/powerpoint/2010/main" val="21634109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7188" y="228600"/>
            <a:ext cx="2135187" cy="58705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1625" y="228600"/>
            <a:ext cx="6253163" cy="58705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83C063C-C960-40DC-8223-40A7173A5FA3}" type="slidenum">
              <a:rPr lang="en-US" altLang="en-US"/>
              <a:pPr/>
              <a:t>‹#›</a:t>
            </a:fld>
            <a:endParaRPr lang="en-US" altLang="en-US"/>
          </a:p>
        </p:txBody>
      </p:sp>
    </p:spTree>
    <p:extLst>
      <p:ext uri="{BB962C8B-B14F-4D97-AF65-F5344CB8AC3E}">
        <p14:creationId xmlns:p14="http://schemas.microsoft.com/office/powerpoint/2010/main" val="27841681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pPr>
              <a:defRPr/>
            </a:pPr>
            <a:endParaRPr lang="en-US"/>
          </a:p>
        </p:txBody>
      </p:sp>
      <p:sp>
        <p:nvSpPr>
          <p:cNvPr id="6" name="Slide Number Placeholder 5"/>
          <p:cNvSpPr>
            <a:spLocks noGrp="1"/>
          </p:cNvSpPr>
          <p:nvPr>
            <p:ph type="sldNum" sz="quarter" idx="11"/>
          </p:nvPr>
        </p:nvSpPr>
        <p:spPr>
          <a:xfrm>
            <a:off x="6553200" y="6248400"/>
            <a:ext cx="1905000" cy="457200"/>
          </a:xfrm>
        </p:spPr>
        <p:txBody>
          <a:bodyPr/>
          <a:lstStyle>
            <a:lvl1pPr>
              <a:defRPr/>
            </a:lvl1pPr>
          </a:lstStyle>
          <a:p>
            <a:fld id="{B6DCC5C6-40CD-4907-B8E0-53353AC317FB}" type="slidenum">
              <a:rPr lang="en-US" altLang="en-US"/>
              <a:pPr/>
              <a:t>‹#›</a:t>
            </a:fld>
            <a:endParaRPr lang="en-US" altLang="en-US"/>
          </a:p>
        </p:txBody>
      </p:sp>
      <p:sp>
        <p:nvSpPr>
          <p:cNvPr id="7" name="Footer Placeholder 6"/>
          <p:cNvSpPr>
            <a:spLocks noGrp="1"/>
          </p:cNvSpPr>
          <p:nvPr>
            <p:ph type="ftr" sz="quarter" idx="12"/>
          </p:nvPr>
        </p:nvSpPr>
        <p:spPr>
          <a:xfrm>
            <a:off x="7543800" y="6629400"/>
            <a:ext cx="1676400" cy="228600"/>
          </a:xfrm>
        </p:spPr>
        <p:txBody>
          <a:bodyPr/>
          <a:lstStyle>
            <a:lvl1pPr>
              <a:defRPr/>
            </a:lvl1pPr>
          </a:lstStyle>
          <a:p>
            <a:pPr>
              <a:defRPr/>
            </a:pPr>
            <a:r>
              <a:rPr lang="en-US"/>
              <a:t>© 2009, Prentice-Hall, Inc.</a:t>
            </a:r>
          </a:p>
        </p:txBody>
      </p:sp>
    </p:spTree>
    <p:extLst>
      <p:ext uri="{BB962C8B-B14F-4D97-AF65-F5344CB8AC3E}">
        <p14:creationId xmlns:p14="http://schemas.microsoft.com/office/powerpoint/2010/main" val="3252790276"/>
      </p:ext>
    </p:extLst>
  </p:cSld>
  <p:clrMapOvr>
    <a:masterClrMapping/>
  </p:clrMapOvr>
  <p:transition spd="slow">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4259" name="Rectangle 3"/>
          <p:cNvSpPr>
            <a:spLocks noGrp="1" noChangeArrowheads="1"/>
          </p:cNvSpPr>
          <p:nvPr>
            <p:ph type="ctrTitle"/>
          </p:nvPr>
        </p:nvSpPr>
        <p:spPr>
          <a:xfrm>
            <a:off x="685800" y="2286000"/>
            <a:ext cx="7772400" cy="1143000"/>
          </a:xfrm>
        </p:spPr>
        <p:txBody>
          <a:bodyPr/>
          <a:lstStyle>
            <a:lvl1pPr>
              <a:defRPr/>
            </a:lvl1pPr>
          </a:lstStyle>
          <a:p>
            <a:r>
              <a:rPr lang="en-US"/>
              <a:t>Click to edit Master title style</a:t>
            </a:r>
          </a:p>
        </p:txBody>
      </p:sp>
      <p:sp>
        <p:nvSpPr>
          <p:cNvPr id="224260" name="Rectangle 4"/>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5" name="Rectangle 5"/>
          <p:cNvSpPr>
            <a:spLocks noGrp="1" noChangeArrowheads="1"/>
          </p:cNvSpPr>
          <p:nvPr>
            <p:ph type="dt" sz="half" idx="10"/>
          </p:nvPr>
        </p:nvSpPr>
        <p:spPr/>
        <p:txBody>
          <a:bodyPr/>
          <a:lstStyle>
            <a:lvl1pPr>
              <a:defRPr/>
            </a:lvl1pPr>
          </a:lstStyle>
          <a:p>
            <a:pPr>
              <a:defRPr/>
            </a:pPr>
            <a:endParaRPr lang="en-US"/>
          </a:p>
        </p:txBody>
      </p:sp>
      <p:sp>
        <p:nvSpPr>
          <p:cNvPr id="6" name="Rectangle 6"/>
          <p:cNvSpPr>
            <a:spLocks noGrp="1" noChangeArrowheads="1"/>
          </p:cNvSpPr>
          <p:nvPr>
            <p:ph type="ftr" sz="quarter" idx="11"/>
          </p:nvPr>
        </p:nvSpPr>
        <p:spPr/>
        <p:txBody>
          <a:bodyPr/>
          <a:lstStyle>
            <a:lvl1pPr>
              <a:defRPr/>
            </a:lvl1pPr>
          </a:lstStyle>
          <a:p>
            <a:pPr>
              <a:defRPr/>
            </a:pPr>
            <a:endParaRPr lang="en-US"/>
          </a:p>
        </p:txBody>
      </p:sp>
      <p:sp>
        <p:nvSpPr>
          <p:cNvPr id="7" name="Rectangle 7"/>
          <p:cNvSpPr>
            <a:spLocks noGrp="1" noChangeArrowheads="1"/>
          </p:cNvSpPr>
          <p:nvPr>
            <p:ph type="sldNum" sz="quarter" idx="12"/>
          </p:nvPr>
        </p:nvSpPr>
        <p:spPr/>
        <p:txBody>
          <a:bodyPr/>
          <a:lstStyle>
            <a:lvl1pPr>
              <a:defRPr/>
            </a:lvl1pPr>
          </a:lstStyle>
          <a:p>
            <a:fld id="{6BB03F25-6116-49EE-B6B1-6D1312E9DB72}" type="slidenum">
              <a:rPr lang="en-US" altLang="en-US"/>
              <a:pPr/>
              <a:t>‹#›</a:t>
            </a:fld>
            <a:endParaRPr lang="en-US" altLang="en-US"/>
          </a:p>
        </p:txBody>
      </p:sp>
    </p:spTree>
    <p:extLst>
      <p:ext uri="{BB962C8B-B14F-4D97-AF65-F5344CB8AC3E}">
        <p14:creationId xmlns:p14="http://schemas.microsoft.com/office/powerpoint/2010/main" val="26932166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133980EA-1EAC-405D-BE5E-B11943930AAE}" type="slidenum">
              <a:rPr lang="en-US" altLang="en-US"/>
              <a:pPr/>
              <a:t>‹#›</a:t>
            </a:fld>
            <a:endParaRPr lang="en-US" altLang="en-US"/>
          </a:p>
        </p:txBody>
      </p:sp>
    </p:spTree>
    <p:extLst>
      <p:ext uri="{BB962C8B-B14F-4D97-AF65-F5344CB8AC3E}">
        <p14:creationId xmlns:p14="http://schemas.microsoft.com/office/powerpoint/2010/main" val="296281322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182E24D6-94AD-48A5-A120-C19CED7D75D4}" type="slidenum">
              <a:rPr lang="en-US" altLang="en-US"/>
              <a:pPr/>
              <a:t>‹#›</a:t>
            </a:fld>
            <a:endParaRPr lang="en-US" altLang="en-US"/>
          </a:p>
        </p:txBody>
      </p:sp>
    </p:spTree>
    <p:extLst>
      <p:ext uri="{BB962C8B-B14F-4D97-AF65-F5344CB8AC3E}">
        <p14:creationId xmlns:p14="http://schemas.microsoft.com/office/powerpoint/2010/main" val="81493358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1DA85696-B967-4510-AB4A-1ED727ED0F6E}" type="slidenum">
              <a:rPr lang="en-US" altLang="en-US"/>
              <a:pPr/>
              <a:t>‹#›</a:t>
            </a:fld>
            <a:endParaRPr lang="en-US" altLang="en-US"/>
          </a:p>
        </p:txBody>
      </p:sp>
    </p:spTree>
    <p:extLst>
      <p:ext uri="{BB962C8B-B14F-4D97-AF65-F5344CB8AC3E}">
        <p14:creationId xmlns:p14="http://schemas.microsoft.com/office/powerpoint/2010/main" val="187585567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5"/>
          <p:cNvSpPr>
            <a:spLocks noGrp="1" noChangeArrowheads="1"/>
          </p:cNvSpPr>
          <p:nvPr>
            <p:ph type="dt" sz="half" idx="10"/>
          </p:nvPr>
        </p:nvSpPr>
        <p:spPr>
          <a:ln/>
        </p:spPr>
        <p:txBody>
          <a:bodyPr/>
          <a:lstStyle>
            <a:lvl1pPr>
              <a:defRPr/>
            </a:lvl1pPr>
          </a:lstStyle>
          <a:p>
            <a:pPr>
              <a:defRPr/>
            </a:pPr>
            <a:endParaRPr lang="en-US"/>
          </a:p>
        </p:txBody>
      </p:sp>
      <p:sp>
        <p:nvSpPr>
          <p:cNvPr id="8" name="Rectangle 6"/>
          <p:cNvSpPr>
            <a:spLocks noGrp="1" noChangeArrowheads="1"/>
          </p:cNvSpPr>
          <p:nvPr>
            <p:ph type="ftr" sz="quarter" idx="11"/>
          </p:nvPr>
        </p:nvSpPr>
        <p:spPr>
          <a:ln/>
        </p:spPr>
        <p:txBody>
          <a:bodyPr/>
          <a:lstStyle>
            <a:lvl1pPr>
              <a:defRPr/>
            </a:lvl1pPr>
          </a:lstStyle>
          <a:p>
            <a:pPr>
              <a:defRPr/>
            </a:pPr>
            <a:endParaRPr lang="en-US"/>
          </a:p>
        </p:txBody>
      </p:sp>
      <p:sp>
        <p:nvSpPr>
          <p:cNvPr id="9" name="Rectangle 7"/>
          <p:cNvSpPr>
            <a:spLocks noGrp="1" noChangeArrowheads="1"/>
          </p:cNvSpPr>
          <p:nvPr>
            <p:ph type="sldNum" sz="quarter" idx="12"/>
          </p:nvPr>
        </p:nvSpPr>
        <p:spPr>
          <a:ln/>
        </p:spPr>
        <p:txBody>
          <a:bodyPr/>
          <a:lstStyle>
            <a:lvl1pPr>
              <a:defRPr/>
            </a:lvl1pPr>
          </a:lstStyle>
          <a:p>
            <a:fld id="{B72B22DE-FF96-4214-9970-16FD6ABF6ACB}" type="slidenum">
              <a:rPr lang="en-US" altLang="en-US"/>
              <a:pPr/>
              <a:t>‹#›</a:t>
            </a:fld>
            <a:endParaRPr lang="en-US" altLang="en-US"/>
          </a:p>
        </p:txBody>
      </p:sp>
    </p:spTree>
    <p:extLst>
      <p:ext uri="{BB962C8B-B14F-4D97-AF65-F5344CB8AC3E}">
        <p14:creationId xmlns:p14="http://schemas.microsoft.com/office/powerpoint/2010/main" val="322027744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5"/>
          <p:cNvSpPr>
            <a:spLocks noGrp="1" noChangeArrowheads="1"/>
          </p:cNvSpPr>
          <p:nvPr>
            <p:ph type="dt" sz="half" idx="10"/>
          </p:nvPr>
        </p:nvSpPr>
        <p:spPr>
          <a:ln/>
        </p:spPr>
        <p:txBody>
          <a:bodyPr/>
          <a:lstStyle>
            <a:lvl1pPr>
              <a:defRPr/>
            </a:lvl1pPr>
          </a:lstStyle>
          <a:p>
            <a:pPr>
              <a:defRPr/>
            </a:pPr>
            <a:endParaRPr lang="en-US"/>
          </a:p>
        </p:txBody>
      </p:sp>
      <p:sp>
        <p:nvSpPr>
          <p:cNvPr id="4" name="Rectangle 6"/>
          <p:cNvSpPr>
            <a:spLocks noGrp="1" noChangeArrowheads="1"/>
          </p:cNvSpPr>
          <p:nvPr>
            <p:ph type="ftr" sz="quarter" idx="11"/>
          </p:nvPr>
        </p:nvSpPr>
        <p:spPr>
          <a:ln/>
        </p:spPr>
        <p:txBody>
          <a:bodyPr/>
          <a:lstStyle>
            <a:lvl1pPr>
              <a:defRPr/>
            </a:lvl1pPr>
          </a:lstStyle>
          <a:p>
            <a:pPr>
              <a:defRPr/>
            </a:pPr>
            <a:endParaRPr lang="en-US"/>
          </a:p>
        </p:txBody>
      </p:sp>
      <p:sp>
        <p:nvSpPr>
          <p:cNvPr id="5" name="Rectangle 7"/>
          <p:cNvSpPr>
            <a:spLocks noGrp="1" noChangeArrowheads="1"/>
          </p:cNvSpPr>
          <p:nvPr>
            <p:ph type="sldNum" sz="quarter" idx="12"/>
          </p:nvPr>
        </p:nvSpPr>
        <p:spPr>
          <a:ln/>
        </p:spPr>
        <p:txBody>
          <a:bodyPr/>
          <a:lstStyle>
            <a:lvl1pPr>
              <a:defRPr/>
            </a:lvl1pPr>
          </a:lstStyle>
          <a:p>
            <a:fld id="{80DB5CB5-B72F-45C3-9461-06D0D69F0F70}" type="slidenum">
              <a:rPr lang="en-US" altLang="en-US"/>
              <a:pPr/>
              <a:t>‹#›</a:t>
            </a:fld>
            <a:endParaRPr lang="en-US" altLang="en-US"/>
          </a:p>
        </p:txBody>
      </p:sp>
    </p:spTree>
    <p:extLst>
      <p:ext uri="{BB962C8B-B14F-4D97-AF65-F5344CB8AC3E}">
        <p14:creationId xmlns:p14="http://schemas.microsoft.com/office/powerpoint/2010/main" val="127630604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p>
        </p:txBody>
      </p:sp>
      <p:sp>
        <p:nvSpPr>
          <p:cNvPr id="3" name="Rectangle 6"/>
          <p:cNvSpPr>
            <a:spLocks noGrp="1" noChangeArrowheads="1"/>
          </p:cNvSpPr>
          <p:nvPr>
            <p:ph type="ftr" sz="quarter" idx="11"/>
          </p:nvPr>
        </p:nvSpPr>
        <p:spPr>
          <a:ln/>
        </p:spPr>
        <p:txBody>
          <a:bodyPr/>
          <a:lstStyle>
            <a:lvl1pPr>
              <a:defRPr/>
            </a:lvl1pPr>
          </a:lstStyle>
          <a:p>
            <a:pPr>
              <a:defRPr/>
            </a:pPr>
            <a:endParaRPr lang="en-US"/>
          </a:p>
        </p:txBody>
      </p:sp>
      <p:sp>
        <p:nvSpPr>
          <p:cNvPr id="4" name="Rectangle 7"/>
          <p:cNvSpPr>
            <a:spLocks noGrp="1" noChangeArrowheads="1"/>
          </p:cNvSpPr>
          <p:nvPr>
            <p:ph type="sldNum" sz="quarter" idx="12"/>
          </p:nvPr>
        </p:nvSpPr>
        <p:spPr>
          <a:ln/>
        </p:spPr>
        <p:txBody>
          <a:bodyPr/>
          <a:lstStyle>
            <a:lvl1pPr>
              <a:defRPr/>
            </a:lvl1pPr>
          </a:lstStyle>
          <a:p>
            <a:fld id="{9F8D5D29-CA83-424F-801D-6993F09CB32F}" type="slidenum">
              <a:rPr lang="en-US" altLang="en-US"/>
              <a:pPr/>
              <a:t>‹#›</a:t>
            </a:fld>
            <a:endParaRPr lang="en-US" altLang="en-US"/>
          </a:p>
        </p:txBody>
      </p:sp>
    </p:spTree>
    <p:extLst>
      <p:ext uri="{BB962C8B-B14F-4D97-AF65-F5344CB8AC3E}">
        <p14:creationId xmlns:p14="http://schemas.microsoft.com/office/powerpoint/2010/main" val="50328199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278459BD-0219-4D2F-B259-21A573653741}" type="slidenum">
              <a:rPr lang="en-US" altLang="en-US"/>
              <a:pPr/>
              <a:t>‹#›</a:t>
            </a:fld>
            <a:endParaRPr lang="en-US" altLang="en-US"/>
          </a:p>
        </p:txBody>
      </p:sp>
    </p:spTree>
    <p:extLst>
      <p:ext uri="{BB962C8B-B14F-4D97-AF65-F5344CB8AC3E}">
        <p14:creationId xmlns:p14="http://schemas.microsoft.com/office/powerpoint/2010/main" val="300736171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1E40A225-AD43-4EB0-869F-DAA1E5D37359}" type="slidenum">
              <a:rPr lang="en-US" altLang="en-US"/>
              <a:pPr/>
              <a:t>‹#›</a:t>
            </a:fld>
            <a:endParaRPr lang="en-US" altLang="en-US"/>
          </a:p>
        </p:txBody>
      </p:sp>
    </p:spTree>
    <p:extLst>
      <p:ext uri="{BB962C8B-B14F-4D97-AF65-F5344CB8AC3E}">
        <p14:creationId xmlns:p14="http://schemas.microsoft.com/office/powerpoint/2010/main" val="241745489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A6A01241-8230-476D-B911-941A54E06B82}" type="slidenum">
              <a:rPr lang="en-US" altLang="en-US"/>
              <a:pPr/>
              <a:t>‹#›</a:t>
            </a:fld>
            <a:endParaRPr lang="en-US" altLang="en-US"/>
          </a:p>
        </p:txBody>
      </p:sp>
    </p:spTree>
    <p:extLst>
      <p:ext uri="{BB962C8B-B14F-4D97-AF65-F5344CB8AC3E}">
        <p14:creationId xmlns:p14="http://schemas.microsoft.com/office/powerpoint/2010/main" val="400297492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F625A6A9-86C2-45F9-BBE7-C8476226AA3B}" type="slidenum">
              <a:rPr lang="en-US" altLang="en-US"/>
              <a:pPr/>
              <a:t>‹#›</a:t>
            </a:fld>
            <a:endParaRPr lang="en-US" altLang="en-US"/>
          </a:p>
        </p:txBody>
      </p:sp>
    </p:spTree>
    <p:extLst>
      <p:ext uri="{BB962C8B-B14F-4D97-AF65-F5344CB8AC3E}">
        <p14:creationId xmlns:p14="http://schemas.microsoft.com/office/powerpoint/2010/main" val="180423733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F715EE3A-EBF6-4D22-9A20-03C0C7D98FBD}" type="slidenum">
              <a:rPr lang="en-US" altLang="en-US"/>
              <a:pPr/>
              <a:t>‹#›</a:t>
            </a:fld>
            <a:endParaRPr lang="en-US" altLang="en-US"/>
          </a:p>
        </p:txBody>
      </p:sp>
    </p:spTree>
    <p:extLst>
      <p:ext uri="{BB962C8B-B14F-4D97-AF65-F5344CB8AC3E}">
        <p14:creationId xmlns:p14="http://schemas.microsoft.com/office/powerpoint/2010/main" val="1707982132"/>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35E3D53C-CF38-43FB-BF35-214407B71BBD}" type="slidenum">
              <a:rPr lang="en-US" altLang="en-US"/>
              <a:pPr/>
              <a:t>‹#›</a:t>
            </a:fld>
            <a:endParaRPr lang="en-US" altLang="en-US"/>
          </a:p>
        </p:txBody>
      </p:sp>
    </p:spTree>
    <p:extLst>
      <p:ext uri="{BB962C8B-B14F-4D97-AF65-F5344CB8AC3E}">
        <p14:creationId xmlns:p14="http://schemas.microsoft.com/office/powerpoint/2010/main" val="3717860619"/>
      </p:ext>
    </p:extLst>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B9FDDAE3-104E-43AB-BEEC-5B8F11169D29}" type="slidenum">
              <a:rPr lang="en-US" altLang="en-US"/>
              <a:pPr/>
              <a:t>‹#›</a:t>
            </a:fld>
            <a:endParaRPr lang="en-US" altLang="en-US"/>
          </a:p>
        </p:txBody>
      </p:sp>
    </p:spTree>
    <p:extLst>
      <p:ext uri="{BB962C8B-B14F-4D97-AF65-F5344CB8AC3E}">
        <p14:creationId xmlns:p14="http://schemas.microsoft.com/office/powerpoint/2010/main" val="3418136382"/>
      </p:ext>
    </p:extLst>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1625"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86CAACD2-930A-4214-8810-59B471D61104}" type="slidenum">
              <a:rPr lang="en-US" altLang="en-US"/>
              <a:pPr/>
              <a:t>‹#›</a:t>
            </a:fld>
            <a:endParaRPr lang="en-US" altLang="en-US"/>
          </a:p>
        </p:txBody>
      </p:sp>
    </p:spTree>
    <p:extLst>
      <p:ext uri="{BB962C8B-B14F-4D97-AF65-F5344CB8AC3E}">
        <p14:creationId xmlns:p14="http://schemas.microsoft.com/office/powerpoint/2010/main" val="1835990949"/>
      </p:ext>
    </p:extLst>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9FEA4862-129A-4CA1-A46C-EE14C279C1D1}" type="slidenum">
              <a:rPr lang="en-US" altLang="en-US"/>
              <a:pPr/>
              <a:t>‹#›</a:t>
            </a:fld>
            <a:endParaRPr lang="en-US" altLang="en-US"/>
          </a:p>
        </p:txBody>
      </p:sp>
    </p:spTree>
    <p:extLst>
      <p:ext uri="{BB962C8B-B14F-4D97-AF65-F5344CB8AC3E}">
        <p14:creationId xmlns:p14="http://schemas.microsoft.com/office/powerpoint/2010/main" val="1343709325"/>
      </p:ext>
    </p:extLst>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A9DE2281-0637-4C17-8719-FBE628B03750}" type="slidenum">
              <a:rPr lang="en-US" altLang="en-US"/>
              <a:pPr/>
              <a:t>‹#›</a:t>
            </a:fld>
            <a:endParaRPr lang="en-US" altLang="en-US"/>
          </a:p>
        </p:txBody>
      </p:sp>
    </p:spTree>
    <p:extLst>
      <p:ext uri="{BB962C8B-B14F-4D97-AF65-F5344CB8AC3E}">
        <p14:creationId xmlns:p14="http://schemas.microsoft.com/office/powerpoint/2010/main" val="3885549457"/>
      </p:ext>
    </p:extLst>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A9BBAC51-F595-4D6E-9772-18A8A767440A}" type="slidenum">
              <a:rPr lang="en-US" altLang="en-US"/>
              <a:pPr/>
              <a:t>‹#›</a:t>
            </a:fld>
            <a:endParaRPr lang="en-US" altLang="en-US"/>
          </a:p>
        </p:txBody>
      </p:sp>
    </p:spTree>
    <p:extLst>
      <p:ext uri="{BB962C8B-B14F-4D97-AF65-F5344CB8AC3E}">
        <p14:creationId xmlns:p14="http://schemas.microsoft.com/office/powerpoint/2010/main" val="4036535952"/>
      </p:ext>
    </p:extLst>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3CFED8FB-9810-44A0-8825-D74DDD465271}" type="slidenum">
              <a:rPr lang="en-US" altLang="en-US"/>
              <a:pPr/>
              <a:t>‹#›</a:t>
            </a:fld>
            <a:endParaRPr lang="en-US" altLang="en-US"/>
          </a:p>
        </p:txBody>
      </p:sp>
    </p:spTree>
    <p:extLst>
      <p:ext uri="{BB962C8B-B14F-4D97-AF65-F5344CB8AC3E}">
        <p14:creationId xmlns:p14="http://schemas.microsoft.com/office/powerpoint/2010/main" val="562991330"/>
      </p:ext>
    </p:extLst>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1CC5D3C5-48EE-4376-95A0-7EC6CB611029}" type="slidenum">
              <a:rPr lang="en-US" altLang="en-US"/>
              <a:pPr/>
              <a:t>‹#›</a:t>
            </a:fld>
            <a:endParaRPr lang="en-US" altLang="en-US"/>
          </a:p>
        </p:txBody>
      </p:sp>
    </p:spTree>
    <p:extLst>
      <p:ext uri="{BB962C8B-B14F-4D97-AF65-F5344CB8AC3E}">
        <p14:creationId xmlns:p14="http://schemas.microsoft.com/office/powerpoint/2010/main" val="981265153"/>
      </p:ext>
    </p:extLst>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95FDB145-DD30-4A15-81F1-9E7A24689A4B}" type="slidenum">
              <a:rPr lang="en-US" altLang="en-US"/>
              <a:pPr/>
              <a:t>‹#›</a:t>
            </a:fld>
            <a:endParaRPr lang="en-US" altLang="en-US"/>
          </a:p>
        </p:txBody>
      </p:sp>
    </p:spTree>
    <p:extLst>
      <p:ext uri="{BB962C8B-B14F-4D97-AF65-F5344CB8AC3E}">
        <p14:creationId xmlns:p14="http://schemas.microsoft.com/office/powerpoint/2010/main" val="28214242"/>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7188" y="228600"/>
            <a:ext cx="2135187" cy="58705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1625" y="228600"/>
            <a:ext cx="6253163" cy="58705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53B2E96C-4DF1-497E-8911-79147980EFEE}" type="slidenum">
              <a:rPr lang="en-US" altLang="en-US"/>
              <a:pPr/>
              <a:t>‹#›</a:t>
            </a:fld>
            <a:endParaRPr lang="en-US" altLang="en-US"/>
          </a:p>
        </p:txBody>
      </p:sp>
    </p:spTree>
    <p:extLst>
      <p:ext uri="{BB962C8B-B14F-4D97-AF65-F5344CB8AC3E}">
        <p14:creationId xmlns:p14="http://schemas.microsoft.com/office/powerpoint/2010/main" val="131881846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5.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image" Target="../media/image1.jpe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image" Target="../media/image2.png"/><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theme" Target="../theme/theme6.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image" Target="../media/image3.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image" Target="../media/image1.jpeg"/><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theme" Target="../theme/theme7.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2051"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FC848F0D-998F-4094-BE67-362056BA385F}"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 id="2147484056"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74" name="Group 2"/>
          <p:cNvGrpSpPr>
            <a:grpSpLocks/>
          </p:cNvGrpSpPr>
          <p:nvPr/>
        </p:nvGrpSpPr>
        <p:grpSpPr bwMode="auto">
          <a:xfrm>
            <a:off x="6303963" y="0"/>
            <a:ext cx="2840037" cy="3254375"/>
            <a:chOff x="3115" y="0"/>
            <a:chExt cx="2170" cy="2486"/>
          </a:xfrm>
        </p:grpSpPr>
        <p:grpSp>
          <p:nvGrpSpPr>
            <p:cNvPr id="3080" name="Group 3"/>
            <p:cNvGrpSpPr>
              <a:grpSpLocks/>
            </p:cNvGrpSpPr>
            <p:nvPr/>
          </p:nvGrpSpPr>
          <p:grpSpPr bwMode="auto">
            <a:xfrm>
              <a:off x="4080" y="1910"/>
              <a:ext cx="768" cy="576"/>
              <a:chOff x="0" y="0"/>
              <a:chExt cx="768" cy="576"/>
            </a:xfrm>
          </p:grpSpPr>
          <p:sp>
            <p:nvSpPr>
              <p:cNvPr id="38916" name="Oval 4"/>
              <p:cNvSpPr>
                <a:spLocks noChangeArrowheads="1"/>
              </p:cNvSpPr>
              <p:nvPr/>
            </p:nvSpPr>
            <p:spPr bwMode="hidden">
              <a:xfrm>
                <a:off x="3"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17" name="Oval 5"/>
              <p:cNvSpPr>
                <a:spLocks noChangeArrowheads="1"/>
              </p:cNvSpPr>
              <p:nvPr/>
            </p:nvSpPr>
            <p:spPr bwMode="hidden">
              <a:xfrm>
                <a:off x="276" y="252"/>
                <a:ext cx="188" cy="108"/>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1" name="Group 6"/>
            <p:cNvGrpSpPr>
              <a:grpSpLocks/>
            </p:cNvGrpSpPr>
            <p:nvPr/>
          </p:nvGrpSpPr>
          <p:grpSpPr bwMode="auto">
            <a:xfrm>
              <a:off x="4257" y="1103"/>
              <a:ext cx="768" cy="576"/>
              <a:chOff x="0" y="0"/>
              <a:chExt cx="768" cy="576"/>
            </a:xfrm>
          </p:grpSpPr>
          <p:sp>
            <p:nvSpPr>
              <p:cNvPr id="38919" name="Oval 7"/>
              <p:cNvSpPr>
                <a:spLocks noChangeArrowheads="1"/>
              </p:cNvSpPr>
              <p:nvPr/>
            </p:nvSpPr>
            <p:spPr bwMode="hidden">
              <a:xfrm>
                <a:off x="-3" y="3"/>
                <a:ext cx="771"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20" name="Oval 8"/>
              <p:cNvSpPr>
                <a:spLocks noChangeArrowheads="1"/>
              </p:cNvSpPr>
              <p:nvPr/>
            </p:nvSpPr>
            <p:spPr bwMode="hidden">
              <a:xfrm>
                <a:off x="276" y="254"/>
                <a:ext cx="186" cy="109"/>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2" name="Group 9"/>
            <p:cNvGrpSpPr>
              <a:grpSpLocks/>
            </p:cNvGrpSpPr>
            <p:nvPr/>
          </p:nvGrpSpPr>
          <p:grpSpPr bwMode="auto">
            <a:xfrm>
              <a:off x="3134" y="0"/>
              <a:ext cx="768" cy="576"/>
              <a:chOff x="0" y="0"/>
              <a:chExt cx="768" cy="576"/>
            </a:xfrm>
          </p:grpSpPr>
          <p:sp>
            <p:nvSpPr>
              <p:cNvPr id="38922" name="Oval 10"/>
              <p:cNvSpPr>
                <a:spLocks noChangeArrowheads="1"/>
              </p:cNvSpPr>
              <p:nvPr/>
            </p:nvSpPr>
            <p:spPr bwMode="hidden">
              <a:xfrm>
                <a:off x="0"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23" name="Oval 11"/>
              <p:cNvSpPr>
                <a:spLocks noChangeArrowheads="1"/>
              </p:cNvSpPr>
              <p:nvPr/>
            </p:nvSpPr>
            <p:spPr bwMode="hidden">
              <a:xfrm>
                <a:off x="276" y="252"/>
                <a:ext cx="188" cy="108"/>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3" name="Group 12"/>
            <p:cNvGrpSpPr>
              <a:grpSpLocks/>
            </p:cNvGrpSpPr>
            <p:nvPr/>
          </p:nvGrpSpPr>
          <p:grpSpPr bwMode="auto">
            <a:xfrm>
              <a:off x="3115" y="0"/>
              <a:ext cx="2170" cy="1702"/>
              <a:chOff x="3115" y="0"/>
              <a:chExt cx="2170" cy="1702"/>
            </a:xfrm>
          </p:grpSpPr>
          <p:grpSp>
            <p:nvGrpSpPr>
              <p:cNvPr id="3084" name="Group 13"/>
              <p:cNvGrpSpPr>
                <a:grpSpLocks/>
              </p:cNvGrpSpPr>
              <p:nvPr/>
            </p:nvGrpSpPr>
            <p:grpSpPr bwMode="auto">
              <a:xfrm>
                <a:off x="3640" y="308"/>
                <a:ext cx="1145" cy="844"/>
                <a:chOff x="1265" y="814"/>
                <a:chExt cx="2919" cy="2151"/>
              </a:xfrm>
            </p:grpSpPr>
            <p:sp>
              <p:nvSpPr>
                <p:cNvPr id="38926" name="Oval 14"/>
                <p:cNvSpPr>
                  <a:spLocks noChangeArrowheads="1"/>
                </p:cNvSpPr>
                <p:nvPr/>
              </p:nvSpPr>
              <p:spPr bwMode="hidden">
                <a:xfrm>
                  <a:off x="1266" y="814"/>
                  <a:ext cx="2919" cy="2151"/>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27" name="Oval 15"/>
                <p:cNvSpPr>
                  <a:spLocks noChangeArrowheads="1"/>
                </p:cNvSpPr>
                <p:nvPr/>
              </p:nvSpPr>
              <p:spPr bwMode="hidden">
                <a:xfrm>
                  <a:off x="2382" y="1602"/>
                  <a:ext cx="578" cy="405"/>
                </a:xfrm>
                <a:prstGeom prst="ellipse">
                  <a:avLst/>
                </a:prstGeom>
                <a:gradFill rotWithShape="0">
                  <a:gsLst>
                    <a:gs pos="0">
                      <a:schemeClr val="accent2"/>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5" name="Group 16"/>
              <p:cNvGrpSpPr>
                <a:grpSpLocks/>
              </p:cNvGrpSpPr>
              <p:nvPr/>
            </p:nvGrpSpPr>
            <p:grpSpPr bwMode="auto">
              <a:xfrm>
                <a:off x="3115" y="0"/>
                <a:ext cx="2145" cy="1702"/>
                <a:chOff x="3115" y="0"/>
                <a:chExt cx="2145" cy="1702"/>
              </a:xfrm>
            </p:grpSpPr>
            <p:grpSp>
              <p:nvGrpSpPr>
                <p:cNvPr id="3108" name="Group 17"/>
                <p:cNvGrpSpPr>
                  <a:grpSpLocks/>
                </p:cNvGrpSpPr>
                <p:nvPr/>
              </p:nvGrpSpPr>
              <p:grpSpPr bwMode="auto">
                <a:xfrm>
                  <a:off x="4505" y="589"/>
                  <a:ext cx="493" cy="912"/>
                  <a:chOff x="3471" y="1530"/>
                  <a:chExt cx="1258" cy="2327"/>
                </a:xfrm>
              </p:grpSpPr>
              <p:sp>
                <p:nvSpPr>
                  <p:cNvPr id="38930" name="Freeform 18"/>
                  <p:cNvSpPr>
                    <a:spLocks/>
                  </p:cNvSpPr>
                  <p:nvPr/>
                </p:nvSpPr>
                <p:spPr bwMode="hidden">
                  <a:xfrm rot="2711884">
                    <a:off x="2772" y="2236"/>
                    <a:ext cx="1711"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8931" name="Freeform 19"/>
                  <p:cNvSpPr>
                    <a:spLocks/>
                  </p:cNvSpPr>
                  <p:nvPr/>
                </p:nvSpPr>
                <p:spPr bwMode="hidden">
                  <a:xfrm rot="2711884">
                    <a:off x="4024" y="3144"/>
                    <a:ext cx="916" cy="4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09" name="Group 20"/>
                <p:cNvGrpSpPr>
                  <a:grpSpLocks/>
                </p:cNvGrpSpPr>
                <p:nvPr/>
              </p:nvGrpSpPr>
              <p:grpSpPr bwMode="auto">
                <a:xfrm>
                  <a:off x="4267" y="781"/>
                  <a:ext cx="966" cy="522"/>
                  <a:chOff x="2864" y="2019"/>
                  <a:chExt cx="2463" cy="1332"/>
                </a:xfrm>
              </p:grpSpPr>
              <p:sp>
                <p:nvSpPr>
                  <p:cNvPr id="38933" name="Freeform 21"/>
                  <p:cNvSpPr>
                    <a:spLocks/>
                  </p:cNvSpPr>
                  <p:nvPr/>
                </p:nvSpPr>
                <p:spPr bwMode="hidden">
                  <a:xfrm rot="2104081">
                    <a:off x="2865" y="2019"/>
                    <a:ext cx="1812" cy="3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34" name="Freeform 22"/>
                  <p:cNvSpPr>
                    <a:spLocks/>
                  </p:cNvSpPr>
                  <p:nvPr/>
                </p:nvSpPr>
                <p:spPr bwMode="hidden">
                  <a:xfrm rot="2104081">
                    <a:off x="4352" y="2805"/>
                    <a:ext cx="974" cy="5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0" name="Group 23"/>
                <p:cNvGrpSpPr>
                  <a:grpSpLocks/>
                </p:cNvGrpSpPr>
                <p:nvPr/>
              </p:nvGrpSpPr>
              <p:grpSpPr bwMode="auto">
                <a:xfrm>
                  <a:off x="4280" y="707"/>
                  <a:ext cx="971" cy="417"/>
                  <a:chOff x="2897" y="1832"/>
                  <a:chExt cx="2477" cy="1064"/>
                </a:xfrm>
              </p:grpSpPr>
              <p:sp>
                <p:nvSpPr>
                  <p:cNvPr id="38936" name="Freeform 24"/>
                  <p:cNvSpPr>
                    <a:spLocks/>
                  </p:cNvSpPr>
                  <p:nvPr/>
                </p:nvSpPr>
                <p:spPr bwMode="hidden">
                  <a:xfrm rot="1582915">
                    <a:off x="2896" y="1832"/>
                    <a:ext cx="1736" cy="30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37" name="Freeform 25"/>
                  <p:cNvSpPr>
                    <a:spLocks/>
                  </p:cNvSpPr>
                  <p:nvPr/>
                </p:nvSpPr>
                <p:spPr bwMode="hidden">
                  <a:xfrm rot="1582915">
                    <a:off x="4443" y="2420"/>
                    <a:ext cx="931" cy="47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1" name="Group 26"/>
                <p:cNvGrpSpPr>
                  <a:grpSpLocks/>
                </p:cNvGrpSpPr>
                <p:nvPr/>
              </p:nvGrpSpPr>
              <p:grpSpPr bwMode="auto">
                <a:xfrm>
                  <a:off x="4291" y="630"/>
                  <a:ext cx="969" cy="364"/>
                  <a:chOff x="2924" y="1636"/>
                  <a:chExt cx="2472" cy="927"/>
                </a:xfrm>
              </p:grpSpPr>
              <p:sp>
                <p:nvSpPr>
                  <p:cNvPr id="38939" name="Freeform 27"/>
                  <p:cNvSpPr>
                    <a:spLocks/>
                  </p:cNvSpPr>
                  <p:nvPr/>
                </p:nvSpPr>
                <p:spPr bwMode="hidden">
                  <a:xfrm rot="1080363">
                    <a:off x="2913" y="1625"/>
                    <a:ext cx="1677" cy="33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0" name="Freeform 28"/>
                  <p:cNvSpPr>
                    <a:spLocks/>
                  </p:cNvSpPr>
                  <p:nvPr/>
                </p:nvSpPr>
                <p:spPr bwMode="hidden">
                  <a:xfrm rot="1080363">
                    <a:off x="4488" y="2030"/>
                    <a:ext cx="897" cy="52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2" name="Group 29"/>
                <p:cNvGrpSpPr>
                  <a:grpSpLocks/>
                </p:cNvGrpSpPr>
                <p:nvPr/>
              </p:nvGrpSpPr>
              <p:grpSpPr bwMode="auto">
                <a:xfrm>
                  <a:off x="4304" y="543"/>
                  <a:ext cx="918" cy="258"/>
                  <a:chOff x="2958" y="1414"/>
                  <a:chExt cx="2342" cy="657"/>
                </a:xfrm>
              </p:grpSpPr>
              <p:sp>
                <p:nvSpPr>
                  <p:cNvPr id="38942" name="Freeform 30"/>
                  <p:cNvSpPr>
                    <a:spLocks/>
                  </p:cNvSpPr>
                  <p:nvPr/>
                </p:nvSpPr>
                <p:spPr bwMode="hidden">
                  <a:xfrm rot="463793">
                    <a:off x="2957" y="1415"/>
                    <a:ext cx="1544"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3" name="Freeform 31"/>
                  <p:cNvSpPr>
                    <a:spLocks/>
                  </p:cNvSpPr>
                  <p:nvPr/>
                </p:nvSpPr>
                <p:spPr bwMode="hidden">
                  <a:xfrm rot="463793">
                    <a:off x="4470" y="1581"/>
                    <a:ext cx="829" cy="47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3" name="Group 32"/>
                <p:cNvGrpSpPr>
                  <a:grpSpLocks/>
                </p:cNvGrpSpPr>
                <p:nvPr/>
              </p:nvGrpSpPr>
              <p:grpSpPr bwMode="auto">
                <a:xfrm>
                  <a:off x="4314" y="487"/>
                  <a:ext cx="843" cy="134"/>
                  <a:chOff x="2983" y="1269"/>
                  <a:chExt cx="2150" cy="343"/>
                </a:xfrm>
              </p:grpSpPr>
              <p:sp>
                <p:nvSpPr>
                  <p:cNvPr id="38945" name="Freeform 33"/>
                  <p:cNvSpPr>
                    <a:spLocks/>
                  </p:cNvSpPr>
                  <p:nvPr/>
                </p:nvSpPr>
                <p:spPr bwMode="hidden">
                  <a:xfrm rot="-84182">
                    <a:off x="2982" y="1286"/>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6" name="Freeform 34"/>
                  <p:cNvSpPr>
                    <a:spLocks/>
                  </p:cNvSpPr>
                  <p:nvPr/>
                </p:nvSpPr>
                <p:spPr bwMode="hidden">
                  <a:xfrm rot="-84182">
                    <a:off x="4377" y="1258"/>
                    <a:ext cx="755" cy="35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4" name="Group 35"/>
                <p:cNvGrpSpPr>
                  <a:grpSpLocks/>
                </p:cNvGrpSpPr>
                <p:nvPr/>
              </p:nvGrpSpPr>
              <p:grpSpPr bwMode="auto">
                <a:xfrm>
                  <a:off x="4296" y="349"/>
                  <a:ext cx="737" cy="167"/>
                  <a:chOff x="2938" y="917"/>
                  <a:chExt cx="1879" cy="427"/>
                </a:xfrm>
              </p:grpSpPr>
              <p:sp>
                <p:nvSpPr>
                  <p:cNvPr id="38948" name="Freeform 36"/>
                  <p:cNvSpPr>
                    <a:spLocks/>
                  </p:cNvSpPr>
                  <p:nvPr/>
                </p:nvSpPr>
                <p:spPr bwMode="hidden">
                  <a:xfrm rot="-802576">
                    <a:off x="2927" y="1128"/>
                    <a:ext cx="1243" cy="20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9" name="Freeform 37"/>
                  <p:cNvSpPr>
                    <a:spLocks/>
                  </p:cNvSpPr>
                  <p:nvPr/>
                </p:nvSpPr>
                <p:spPr bwMode="hidden">
                  <a:xfrm rot="-802576">
                    <a:off x="4148" y="918"/>
                    <a:ext cx="668" cy="3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5" name="Group 38"/>
                <p:cNvGrpSpPr>
                  <a:grpSpLocks/>
                </p:cNvGrpSpPr>
                <p:nvPr/>
              </p:nvGrpSpPr>
              <p:grpSpPr bwMode="auto">
                <a:xfrm>
                  <a:off x="3394" y="637"/>
                  <a:ext cx="493" cy="912"/>
                  <a:chOff x="637" y="1653"/>
                  <a:chExt cx="1257" cy="2326"/>
                </a:xfrm>
              </p:grpSpPr>
              <p:sp>
                <p:nvSpPr>
                  <p:cNvPr id="38951" name="Freeform 39"/>
                  <p:cNvSpPr>
                    <a:spLocks/>
                  </p:cNvSpPr>
                  <p:nvPr/>
                </p:nvSpPr>
                <p:spPr bwMode="hidden">
                  <a:xfrm rot="18888116" flipH="1">
                    <a:off x="875" y="2348"/>
                    <a:ext cx="1723"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52" name="Freeform 40"/>
                  <p:cNvSpPr>
                    <a:spLocks/>
                  </p:cNvSpPr>
                  <p:nvPr/>
                </p:nvSpPr>
                <p:spPr bwMode="hidden">
                  <a:xfrm rot="18888116" flipH="1">
                    <a:off x="419" y="3271"/>
                    <a:ext cx="925"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6" name="Group 41"/>
                <p:cNvGrpSpPr>
                  <a:grpSpLocks/>
                </p:cNvGrpSpPr>
                <p:nvPr/>
              </p:nvGrpSpPr>
              <p:grpSpPr bwMode="auto">
                <a:xfrm>
                  <a:off x="3142" y="850"/>
                  <a:ext cx="966" cy="522"/>
                  <a:chOff x="-5" y="2196"/>
                  <a:chExt cx="2463" cy="1332"/>
                </a:xfrm>
              </p:grpSpPr>
              <p:sp>
                <p:nvSpPr>
                  <p:cNvPr id="38954" name="Freeform 42"/>
                  <p:cNvSpPr>
                    <a:spLocks/>
                  </p:cNvSpPr>
                  <p:nvPr/>
                </p:nvSpPr>
                <p:spPr bwMode="hidden">
                  <a:xfrm rot="19495919" flipH="1">
                    <a:off x="644" y="2196"/>
                    <a:ext cx="1803" cy="3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55" name="Freeform 43"/>
                  <p:cNvSpPr>
                    <a:spLocks/>
                  </p:cNvSpPr>
                  <p:nvPr/>
                </p:nvSpPr>
                <p:spPr bwMode="hidden">
                  <a:xfrm rot="19495919" flipH="1">
                    <a:off x="-6" y="2982"/>
                    <a:ext cx="968" cy="5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7" name="Group 44"/>
                <p:cNvGrpSpPr>
                  <a:grpSpLocks/>
                </p:cNvGrpSpPr>
                <p:nvPr/>
              </p:nvGrpSpPr>
              <p:grpSpPr bwMode="auto">
                <a:xfrm>
                  <a:off x="3124" y="777"/>
                  <a:ext cx="971" cy="417"/>
                  <a:chOff x="-52" y="2009"/>
                  <a:chExt cx="2477" cy="1064"/>
                </a:xfrm>
              </p:grpSpPr>
              <p:sp>
                <p:nvSpPr>
                  <p:cNvPr id="38957" name="Freeform 45"/>
                  <p:cNvSpPr>
                    <a:spLocks/>
                  </p:cNvSpPr>
                  <p:nvPr/>
                </p:nvSpPr>
                <p:spPr bwMode="hidden">
                  <a:xfrm rot="20017085" flipH="1">
                    <a:off x="689" y="2010"/>
                    <a:ext cx="1736" cy="30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58" name="Freeform 46"/>
                  <p:cNvSpPr>
                    <a:spLocks/>
                  </p:cNvSpPr>
                  <p:nvPr/>
                </p:nvSpPr>
                <p:spPr bwMode="hidden">
                  <a:xfrm rot="20017085" flipH="1">
                    <a:off x="-53" y="2598"/>
                    <a:ext cx="931" cy="46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8" name="Group 47"/>
                <p:cNvGrpSpPr>
                  <a:grpSpLocks/>
                </p:cNvGrpSpPr>
                <p:nvPr/>
              </p:nvGrpSpPr>
              <p:grpSpPr bwMode="auto">
                <a:xfrm>
                  <a:off x="3115" y="700"/>
                  <a:ext cx="969" cy="363"/>
                  <a:chOff x="-74" y="1813"/>
                  <a:chExt cx="2472" cy="927"/>
                </a:xfrm>
              </p:grpSpPr>
              <p:sp>
                <p:nvSpPr>
                  <p:cNvPr id="38960" name="Freeform 48"/>
                  <p:cNvSpPr>
                    <a:spLocks/>
                  </p:cNvSpPr>
                  <p:nvPr/>
                </p:nvSpPr>
                <p:spPr bwMode="hidden">
                  <a:xfrm rot="20519637" flipH="1">
                    <a:off x="721" y="1812"/>
                    <a:ext cx="1677" cy="32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61" name="Freeform 49"/>
                  <p:cNvSpPr>
                    <a:spLocks/>
                  </p:cNvSpPr>
                  <p:nvPr/>
                </p:nvSpPr>
                <p:spPr bwMode="hidden">
                  <a:xfrm rot="20519637" flipH="1">
                    <a:off x="-74" y="2212"/>
                    <a:ext cx="900" cy="51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9" name="Group 50"/>
                <p:cNvGrpSpPr>
                  <a:grpSpLocks/>
                </p:cNvGrpSpPr>
                <p:nvPr/>
              </p:nvGrpSpPr>
              <p:grpSpPr bwMode="auto">
                <a:xfrm>
                  <a:off x="3153" y="613"/>
                  <a:ext cx="918" cy="257"/>
                  <a:chOff x="22" y="1591"/>
                  <a:chExt cx="2342" cy="657"/>
                </a:xfrm>
              </p:grpSpPr>
              <p:sp>
                <p:nvSpPr>
                  <p:cNvPr id="38963" name="Freeform 51"/>
                  <p:cNvSpPr>
                    <a:spLocks/>
                  </p:cNvSpPr>
                  <p:nvPr/>
                </p:nvSpPr>
                <p:spPr bwMode="hidden">
                  <a:xfrm rot="21136207" flipH="1">
                    <a:off x="819" y="1580"/>
                    <a:ext cx="154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64" name="Freeform 52"/>
                  <p:cNvSpPr>
                    <a:spLocks/>
                  </p:cNvSpPr>
                  <p:nvPr/>
                </p:nvSpPr>
                <p:spPr bwMode="hidden">
                  <a:xfrm rot="21136207" flipH="1">
                    <a:off x="21" y="1757"/>
                    <a:ext cx="829"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20" name="Group 53"/>
                <p:cNvGrpSpPr>
                  <a:grpSpLocks/>
                </p:cNvGrpSpPr>
                <p:nvPr/>
              </p:nvGrpSpPr>
              <p:grpSpPr bwMode="auto">
                <a:xfrm>
                  <a:off x="3218" y="556"/>
                  <a:ext cx="843" cy="134"/>
                  <a:chOff x="189" y="1446"/>
                  <a:chExt cx="2150" cy="343"/>
                </a:xfrm>
              </p:grpSpPr>
              <p:sp>
                <p:nvSpPr>
                  <p:cNvPr id="38966" name="Freeform 54"/>
                  <p:cNvSpPr>
                    <a:spLocks/>
                  </p:cNvSpPr>
                  <p:nvPr/>
                </p:nvSpPr>
                <p:spPr bwMode="hidden">
                  <a:xfrm rot="84182" flipH="1">
                    <a:off x="935" y="1463"/>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67" name="Freeform 55"/>
                  <p:cNvSpPr>
                    <a:spLocks/>
                  </p:cNvSpPr>
                  <p:nvPr/>
                </p:nvSpPr>
                <p:spPr bwMode="hidden">
                  <a:xfrm rot="84182" flipH="1">
                    <a:off x="189" y="1435"/>
                    <a:ext cx="755" cy="35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21" name="Group 56"/>
                <p:cNvGrpSpPr>
                  <a:grpSpLocks/>
                </p:cNvGrpSpPr>
                <p:nvPr/>
              </p:nvGrpSpPr>
              <p:grpSpPr bwMode="auto">
                <a:xfrm>
                  <a:off x="3342" y="418"/>
                  <a:ext cx="737" cy="167"/>
                  <a:chOff x="505" y="1094"/>
                  <a:chExt cx="1879" cy="427"/>
                </a:xfrm>
              </p:grpSpPr>
              <p:sp>
                <p:nvSpPr>
                  <p:cNvPr id="38969" name="Freeform 57"/>
                  <p:cNvSpPr>
                    <a:spLocks/>
                  </p:cNvSpPr>
                  <p:nvPr/>
                </p:nvSpPr>
                <p:spPr bwMode="hidden">
                  <a:xfrm rot="802576" flipH="1">
                    <a:off x="1151" y="1306"/>
                    <a:ext cx="1234" cy="21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0" name="Freeform 58"/>
                  <p:cNvSpPr>
                    <a:spLocks/>
                  </p:cNvSpPr>
                  <p:nvPr/>
                </p:nvSpPr>
                <p:spPr bwMode="hidden">
                  <a:xfrm rot="802576" flipH="1">
                    <a:off x="505" y="1095"/>
                    <a:ext cx="662" cy="3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2" name="Group 59"/>
                <p:cNvGrpSpPr>
                  <a:grpSpLocks/>
                </p:cNvGrpSpPr>
                <p:nvPr/>
              </p:nvGrpSpPr>
              <p:grpSpPr bwMode="auto">
                <a:xfrm>
                  <a:off x="3386" y="341"/>
                  <a:ext cx="725" cy="218"/>
                  <a:chOff x="616" y="899"/>
                  <a:chExt cx="1850" cy="554"/>
                </a:xfrm>
              </p:grpSpPr>
              <p:sp>
                <p:nvSpPr>
                  <p:cNvPr id="38972" name="Freeform 60"/>
                  <p:cNvSpPr>
                    <a:spLocks/>
                  </p:cNvSpPr>
                  <p:nvPr/>
                </p:nvSpPr>
                <p:spPr bwMode="hidden">
                  <a:xfrm rot="1277471" flipH="1">
                    <a:off x="1231" y="1237"/>
                    <a:ext cx="1235"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3" name="Freeform 61"/>
                  <p:cNvSpPr>
                    <a:spLocks/>
                  </p:cNvSpPr>
                  <p:nvPr/>
                </p:nvSpPr>
                <p:spPr bwMode="hidden">
                  <a:xfrm rot="1277471" flipH="1">
                    <a:off x="615" y="898"/>
                    <a:ext cx="66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3" name="Group 62"/>
                <p:cNvGrpSpPr>
                  <a:grpSpLocks/>
                </p:cNvGrpSpPr>
                <p:nvPr/>
              </p:nvGrpSpPr>
              <p:grpSpPr bwMode="auto">
                <a:xfrm>
                  <a:off x="3472" y="231"/>
                  <a:ext cx="693" cy="291"/>
                  <a:chOff x="3472" y="231"/>
                  <a:chExt cx="693" cy="291"/>
                </a:xfrm>
              </p:grpSpPr>
              <p:sp>
                <p:nvSpPr>
                  <p:cNvPr id="38975" name="Freeform 63"/>
                  <p:cNvSpPr>
                    <a:spLocks/>
                  </p:cNvSpPr>
                  <p:nvPr/>
                </p:nvSpPr>
                <p:spPr bwMode="hidden">
                  <a:xfrm rot="2028410" flipH="1">
                    <a:off x="3679" y="438"/>
                    <a:ext cx="483" cy="8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6" name="Freeform 64"/>
                  <p:cNvSpPr>
                    <a:spLocks/>
                  </p:cNvSpPr>
                  <p:nvPr/>
                </p:nvSpPr>
                <p:spPr bwMode="hidden">
                  <a:xfrm rot="2028410" flipH="1">
                    <a:off x="3472" y="228"/>
                    <a:ext cx="260" cy="13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4" name="Group 65"/>
                <p:cNvGrpSpPr>
                  <a:grpSpLocks/>
                </p:cNvGrpSpPr>
                <p:nvPr/>
              </p:nvGrpSpPr>
              <p:grpSpPr bwMode="auto">
                <a:xfrm>
                  <a:off x="3554" y="118"/>
                  <a:ext cx="664" cy="349"/>
                  <a:chOff x="3554" y="118"/>
                  <a:chExt cx="664" cy="349"/>
                </a:xfrm>
              </p:grpSpPr>
              <p:sp>
                <p:nvSpPr>
                  <p:cNvPr id="38978" name="Freeform 66"/>
                  <p:cNvSpPr>
                    <a:spLocks/>
                  </p:cNvSpPr>
                  <p:nvPr/>
                </p:nvSpPr>
                <p:spPr bwMode="hidden">
                  <a:xfrm rot="2664424" flipH="1">
                    <a:off x="3728" y="383"/>
                    <a:ext cx="490" cy="8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9" name="Freeform 67"/>
                  <p:cNvSpPr>
                    <a:spLocks/>
                  </p:cNvSpPr>
                  <p:nvPr/>
                </p:nvSpPr>
                <p:spPr bwMode="hidden">
                  <a:xfrm rot="2664424" flipH="1">
                    <a:off x="3554" y="118"/>
                    <a:ext cx="263" cy="13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5" name="Group 68"/>
                <p:cNvGrpSpPr>
                  <a:grpSpLocks/>
                </p:cNvGrpSpPr>
                <p:nvPr/>
              </p:nvGrpSpPr>
              <p:grpSpPr bwMode="auto">
                <a:xfrm>
                  <a:off x="3784" y="30"/>
                  <a:ext cx="305" cy="593"/>
                  <a:chOff x="1633" y="104"/>
                  <a:chExt cx="778" cy="1512"/>
                </a:xfrm>
              </p:grpSpPr>
              <p:sp>
                <p:nvSpPr>
                  <p:cNvPr id="38981" name="Freeform 69"/>
                  <p:cNvSpPr>
                    <a:spLocks/>
                  </p:cNvSpPr>
                  <p:nvPr/>
                </p:nvSpPr>
                <p:spPr bwMode="hidden">
                  <a:xfrm rot="3473776" flipH="1">
                    <a:off x="1752" y="958"/>
                    <a:ext cx="1101" cy="21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82" name="Freeform 70"/>
                  <p:cNvSpPr>
                    <a:spLocks/>
                  </p:cNvSpPr>
                  <p:nvPr/>
                </p:nvSpPr>
                <p:spPr bwMode="hidden">
                  <a:xfrm rot="3473776" flipH="1">
                    <a:off x="1505" y="231"/>
                    <a:ext cx="591"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6" name="Group 71"/>
                <p:cNvGrpSpPr>
                  <a:grpSpLocks/>
                </p:cNvGrpSpPr>
                <p:nvPr/>
              </p:nvGrpSpPr>
              <p:grpSpPr bwMode="auto">
                <a:xfrm>
                  <a:off x="3903" y="0"/>
                  <a:ext cx="248" cy="601"/>
                  <a:chOff x="1935" y="28"/>
                  <a:chExt cx="634" cy="1534"/>
                </a:xfrm>
              </p:grpSpPr>
              <p:sp>
                <p:nvSpPr>
                  <p:cNvPr id="38984" name="Freeform 72"/>
                  <p:cNvSpPr>
                    <a:spLocks/>
                  </p:cNvSpPr>
                  <p:nvPr/>
                </p:nvSpPr>
                <p:spPr bwMode="hidden">
                  <a:xfrm rot="4126480" flipH="1">
                    <a:off x="1937" y="919"/>
                    <a:ext cx="1049" cy="21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85" name="Freeform 73"/>
                  <p:cNvSpPr>
                    <a:spLocks/>
                  </p:cNvSpPr>
                  <p:nvPr/>
                </p:nvSpPr>
                <p:spPr bwMode="hidden">
                  <a:xfrm rot="4126480" flipH="1">
                    <a:off x="1820" y="144"/>
                    <a:ext cx="570" cy="33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7" name="Group 74"/>
                <p:cNvGrpSpPr>
                  <a:grpSpLocks/>
                </p:cNvGrpSpPr>
                <p:nvPr/>
              </p:nvGrpSpPr>
              <p:grpSpPr bwMode="auto">
                <a:xfrm>
                  <a:off x="4251" y="252"/>
                  <a:ext cx="723" cy="222"/>
                  <a:chOff x="2822" y="672"/>
                  <a:chExt cx="1845" cy="566"/>
                </a:xfrm>
              </p:grpSpPr>
              <p:sp>
                <p:nvSpPr>
                  <p:cNvPr id="38987" name="Freeform 75"/>
                  <p:cNvSpPr>
                    <a:spLocks/>
                  </p:cNvSpPr>
                  <p:nvPr/>
                </p:nvSpPr>
                <p:spPr bwMode="hidden">
                  <a:xfrm rot="-1325434">
                    <a:off x="2811" y="1022"/>
                    <a:ext cx="1232"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88" name="Freeform 76"/>
                  <p:cNvSpPr>
                    <a:spLocks/>
                  </p:cNvSpPr>
                  <p:nvPr/>
                </p:nvSpPr>
                <p:spPr bwMode="hidden">
                  <a:xfrm rot="-1325434">
                    <a:off x="4003" y="673"/>
                    <a:ext cx="653"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28" name="Group 77"/>
                <p:cNvGrpSpPr>
                  <a:grpSpLocks/>
                </p:cNvGrpSpPr>
                <p:nvPr/>
              </p:nvGrpSpPr>
              <p:grpSpPr bwMode="auto">
                <a:xfrm>
                  <a:off x="4196" y="163"/>
                  <a:ext cx="699" cy="282"/>
                  <a:chOff x="2683" y="445"/>
                  <a:chExt cx="1781" cy="717"/>
                </a:xfrm>
              </p:grpSpPr>
              <p:sp>
                <p:nvSpPr>
                  <p:cNvPr id="38990" name="Freeform 78"/>
                  <p:cNvSpPr>
                    <a:spLocks/>
                  </p:cNvSpPr>
                  <p:nvPr/>
                </p:nvSpPr>
                <p:spPr bwMode="hidden">
                  <a:xfrm rot="-1921064">
                    <a:off x="2682" y="946"/>
                    <a:ext cx="1227"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91" name="Freeform 79"/>
                  <p:cNvSpPr>
                    <a:spLocks/>
                  </p:cNvSpPr>
                  <p:nvPr/>
                </p:nvSpPr>
                <p:spPr bwMode="hidden">
                  <a:xfrm rot="-1921064">
                    <a:off x="3801" y="444"/>
                    <a:ext cx="65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sp>
              <p:nvSpPr>
                <p:cNvPr id="38992" name="Freeform 80"/>
                <p:cNvSpPr>
                  <a:spLocks/>
                </p:cNvSpPr>
                <p:nvPr/>
              </p:nvSpPr>
              <p:spPr bwMode="hidden">
                <a:xfrm rot="4578755" flipH="1">
                  <a:off x="3968" y="372"/>
                  <a:ext cx="403" cy="5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a:noFill/>
                  <a:round/>
                  <a:headEnd/>
                  <a:tailEnd/>
                </a:ln>
                <a:effectLst/>
              </p:spPr>
              <p:txBody>
                <a:bodyPr wrap="none" anchor="ctr"/>
                <a:lstStyle/>
                <a:p>
                  <a:pPr>
                    <a:defRPr/>
                  </a:pPr>
                  <a:endParaRPr lang="en-US"/>
                </a:p>
              </p:txBody>
            </p:sp>
            <p:sp>
              <p:nvSpPr>
                <p:cNvPr id="38993" name="Freeform 81"/>
                <p:cNvSpPr>
                  <a:spLocks/>
                </p:cNvSpPr>
                <p:nvPr/>
              </p:nvSpPr>
              <p:spPr bwMode="hidden">
                <a:xfrm rot="4578755" flipH="1">
                  <a:off x="3977" y="77"/>
                  <a:ext cx="216" cy="9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nvGrpSpPr>
                <p:cNvPr id="3131" name="Group 82"/>
                <p:cNvGrpSpPr>
                  <a:grpSpLocks/>
                </p:cNvGrpSpPr>
                <p:nvPr/>
              </p:nvGrpSpPr>
              <p:grpSpPr bwMode="auto">
                <a:xfrm>
                  <a:off x="4242" y="5"/>
                  <a:ext cx="251" cy="596"/>
                  <a:chOff x="2800" y="41"/>
                  <a:chExt cx="640" cy="1520"/>
                </a:xfrm>
              </p:grpSpPr>
              <p:sp>
                <p:nvSpPr>
                  <p:cNvPr id="38995" name="Freeform 83"/>
                  <p:cNvSpPr>
                    <a:spLocks/>
                  </p:cNvSpPr>
                  <p:nvPr/>
                </p:nvSpPr>
                <p:spPr bwMode="hidden">
                  <a:xfrm rot="-3857755">
                    <a:off x="2367" y="931"/>
                    <a:ext cx="1052" cy="1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96" name="Freeform 84"/>
                  <p:cNvSpPr>
                    <a:spLocks/>
                  </p:cNvSpPr>
                  <p:nvPr/>
                </p:nvSpPr>
                <p:spPr bwMode="hidden">
                  <a:xfrm rot="-3857755">
                    <a:off x="3013" y="180"/>
                    <a:ext cx="566" cy="28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32" name="Group 85"/>
                <p:cNvGrpSpPr>
                  <a:grpSpLocks/>
                </p:cNvGrpSpPr>
                <p:nvPr/>
              </p:nvGrpSpPr>
              <p:grpSpPr bwMode="auto">
                <a:xfrm>
                  <a:off x="4295" y="53"/>
                  <a:ext cx="398" cy="574"/>
                  <a:chOff x="2934" y="163"/>
                  <a:chExt cx="1017" cy="1464"/>
                </a:xfrm>
              </p:grpSpPr>
              <p:sp>
                <p:nvSpPr>
                  <p:cNvPr id="38998" name="Freeform 86"/>
                  <p:cNvSpPr>
                    <a:spLocks/>
                  </p:cNvSpPr>
                  <p:nvPr/>
                </p:nvSpPr>
                <p:spPr bwMode="hidden">
                  <a:xfrm rot="-2777260">
                    <a:off x="2493" y="915"/>
                    <a:ext cx="1154" cy="27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99" name="Freeform 87"/>
                  <p:cNvSpPr>
                    <a:spLocks/>
                  </p:cNvSpPr>
                  <p:nvPr/>
                </p:nvSpPr>
                <p:spPr bwMode="hidden">
                  <a:xfrm rot="-2777260">
                    <a:off x="3431" y="262"/>
                    <a:ext cx="619" cy="42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33" name="Group 88"/>
                <p:cNvGrpSpPr>
                  <a:grpSpLocks/>
                </p:cNvGrpSpPr>
                <p:nvPr/>
              </p:nvGrpSpPr>
              <p:grpSpPr bwMode="auto">
                <a:xfrm>
                  <a:off x="4215" y="2"/>
                  <a:ext cx="95" cy="567"/>
                  <a:chOff x="2730" y="32"/>
                  <a:chExt cx="243" cy="1448"/>
                </a:xfrm>
              </p:grpSpPr>
              <p:sp>
                <p:nvSpPr>
                  <p:cNvPr id="39001" name="Freeform 89"/>
                  <p:cNvSpPr>
                    <a:spLocks/>
                  </p:cNvSpPr>
                  <p:nvPr/>
                </p:nvSpPr>
                <p:spPr bwMode="hidden">
                  <a:xfrm rot="-4903748">
                    <a:off x="2297" y="959"/>
                    <a:ext cx="954" cy="8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02" name="Freeform 90"/>
                  <p:cNvSpPr>
                    <a:spLocks/>
                  </p:cNvSpPr>
                  <p:nvPr/>
                </p:nvSpPr>
                <p:spPr bwMode="hidden">
                  <a:xfrm rot="-4903748">
                    <a:off x="2650" y="222"/>
                    <a:ext cx="511" cy="133"/>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34" name="Group 91"/>
                <p:cNvGrpSpPr>
                  <a:grpSpLocks/>
                </p:cNvGrpSpPr>
                <p:nvPr/>
              </p:nvGrpSpPr>
              <p:grpSpPr bwMode="auto">
                <a:xfrm>
                  <a:off x="3514" y="683"/>
                  <a:ext cx="425" cy="960"/>
                  <a:chOff x="943" y="1769"/>
                  <a:chExt cx="1085" cy="2450"/>
                </a:xfrm>
              </p:grpSpPr>
              <p:sp>
                <p:nvSpPr>
                  <p:cNvPr id="39004" name="Freeform 92"/>
                  <p:cNvSpPr>
                    <a:spLocks/>
                  </p:cNvSpPr>
                  <p:nvPr/>
                </p:nvSpPr>
                <p:spPr bwMode="hidden">
                  <a:xfrm rot="18335692" flipH="1">
                    <a:off x="1009" y="2474"/>
                    <a:ext cx="172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05" name="Freeform 93"/>
                  <p:cNvSpPr>
                    <a:spLocks/>
                  </p:cNvSpPr>
                  <p:nvPr/>
                </p:nvSpPr>
                <p:spPr bwMode="hidden">
                  <a:xfrm rot="18335692" flipH="1">
                    <a:off x="725" y="3500"/>
                    <a:ext cx="925"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5" name="Group 94"/>
                <p:cNvGrpSpPr>
                  <a:grpSpLocks/>
                </p:cNvGrpSpPr>
                <p:nvPr/>
              </p:nvGrpSpPr>
              <p:grpSpPr bwMode="auto">
                <a:xfrm>
                  <a:off x="3715" y="748"/>
                  <a:ext cx="300" cy="930"/>
                  <a:chOff x="1455" y="1936"/>
                  <a:chExt cx="766" cy="2373"/>
                </a:xfrm>
              </p:grpSpPr>
              <p:sp>
                <p:nvSpPr>
                  <p:cNvPr id="39007" name="Freeform 95"/>
                  <p:cNvSpPr>
                    <a:spLocks/>
                  </p:cNvSpPr>
                  <p:nvPr/>
                </p:nvSpPr>
                <p:spPr bwMode="hidden">
                  <a:xfrm rot="17542885" flipH="1">
                    <a:off x="1268" y="2577"/>
                    <a:ext cx="159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08" name="Freeform 96"/>
                  <p:cNvSpPr>
                    <a:spLocks/>
                  </p:cNvSpPr>
                  <p:nvPr/>
                </p:nvSpPr>
                <p:spPr bwMode="hidden">
                  <a:xfrm rot="17542885" flipH="1">
                    <a:off x="1278" y="3630"/>
                    <a:ext cx="845"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6" name="Group 97"/>
                <p:cNvGrpSpPr>
                  <a:grpSpLocks/>
                </p:cNvGrpSpPr>
                <p:nvPr/>
              </p:nvGrpSpPr>
              <p:grpSpPr bwMode="auto">
                <a:xfrm rot="88588">
                  <a:off x="3923" y="769"/>
                  <a:ext cx="180" cy="913"/>
                  <a:chOff x="1956" y="1990"/>
                  <a:chExt cx="492" cy="2604"/>
                </a:xfrm>
              </p:grpSpPr>
              <p:sp>
                <p:nvSpPr>
                  <p:cNvPr id="39010" name="Freeform 98"/>
                  <p:cNvSpPr>
                    <a:spLocks/>
                  </p:cNvSpPr>
                  <p:nvPr/>
                </p:nvSpPr>
                <p:spPr bwMode="hidden">
                  <a:xfrm rot="16782062" flipH="1">
                    <a:off x="1428" y="2682"/>
                    <a:ext cx="1712" cy="30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11" name="Freeform 99"/>
                  <p:cNvSpPr>
                    <a:spLocks/>
                  </p:cNvSpPr>
                  <p:nvPr/>
                </p:nvSpPr>
                <p:spPr bwMode="hidden">
                  <a:xfrm rot="16782062" flipH="1">
                    <a:off x="1720" y="3887"/>
                    <a:ext cx="917" cy="47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7" name="Group 100"/>
                <p:cNvGrpSpPr>
                  <a:grpSpLocks/>
                </p:cNvGrpSpPr>
                <p:nvPr/>
              </p:nvGrpSpPr>
              <p:grpSpPr bwMode="auto">
                <a:xfrm>
                  <a:off x="4451" y="662"/>
                  <a:ext cx="442" cy="951"/>
                  <a:chOff x="3334" y="1717"/>
                  <a:chExt cx="1125" cy="2426"/>
                </a:xfrm>
              </p:grpSpPr>
              <p:sp>
                <p:nvSpPr>
                  <p:cNvPr id="39013" name="Freeform 101"/>
                  <p:cNvSpPr>
                    <a:spLocks/>
                  </p:cNvSpPr>
                  <p:nvPr/>
                </p:nvSpPr>
                <p:spPr bwMode="hidden">
                  <a:xfrm rot="3144576">
                    <a:off x="2627" y="2423"/>
                    <a:ext cx="1723"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14" name="Freeform 102"/>
                  <p:cNvSpPr>
                    <a:spLocks/>
                  </p:cNvSpPr>
                  <p:nvPr/>
                </p:nvSpPr>
                <p:spPr bwMode="hidden">
                  <a:xfrm rot="3144576">
                    <a:off x="3752" y="3435"/>
                    <a:ext cx="925" cy="49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8" name="Group 103"/>
                <p:cNvGrpSpPr>
                  <a:grpSpLocks/>
                </p:cNvGrpSpPr>
                <p:nvPr/>
              </p:nvGrpSpPr>
              <p:grpSpPr bwMode="auto">
                <a:xfrm>
                  <a:off x="4391" y="721"/>
                  <a:ext cx="347" cy="951"/>
                  <a:chOff x="3181" y="1866"/>
                  <a:chExt cx="883" cy="2426"/>
                </a:xfrm>
              </p:grpSpPr>
              <p:sp>
                <p:nvSpPr>
                  <p:cNvPr id="39016" name="Freeform 104"/>
                  <p:cNvSpPr>
                    <a:spLocks/>
                  </p:cNvSpPr>
                  <p:nvPr/>
                </p:nvSpPr>
                <p:spPr bwMode="hidden">
                  <a:xfrm rot="3745735">
                    <a:off x="2506" y="2530"/>
                    <a:ext cx="1649" cy="299"/>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17" name="Freeform 105"/>
                  <p:cNvSpPr>
                    <a:spLocks/>
                  </p:cNvSpPr>
                  <p:nvPr/>
                </p:nvSpPr>
                <p:spPr bwMode="hidden">
                  <a:xfrm rot="3745735">
                    <a:off x="3387" y="3603"/>
                    <a:ext cx="885" cy="46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9" name="Group 106"/>
                <p:cNvGrpSpPr>
                  <a:grpSpLocks/>
                </p:cNvGrpSpPr>
                <p:nvPr/>
              </p:nvGrpSpPr>
              <p:grpSpPr bwMode="auto">
                <a:xfrm>
                  <a:off x="4323" y="767"/>
                  <a:ext cx="243" cy="935"/>
                  <a:chOff x="3006" y="1983"/>
                  <a:chExt cx="619" cy="2386"/>
                </a:xfrm>
              </p:grpSpPr>
              <p:sp>
                <p:nvSpPr>
                  <p:cNvPr id="39019" name="Freeform 107"/>
                  <p:cNvSpPr>
                    <a:spLocks/>
                  </p:cNvSpPr>
                  <p:nvPr/>
                </p:nvSpPr>
                <p:spPr bwMode="hidden">
                  <a:xfrm rot="4286818">
                    <a:off x="2328" y="2650"/>
                    <a:ext cx="1600" cy="24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20" name="Freeform 108"/>
                  <p:cNvSpPr>
                    <a:spLocks/>
                  </p:cNvSpPr>
                  <p:nvPr/>
                </p:nvSpPr>
                <p:spPr bwMode="hidden">
                  <a:xfrm rot="4286818">
                    <a:off x="3003" y="3736"/>
                    <a:ext cx="857"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3140" name="Group 109"/>
                <p:cNvGrpSpPr>
                  <a:grpSpLocks/>
                </p:cNvGrpSpPr>
                <p:nvPr/>
              </p:nvGrpSpPr>
              <p:grpSpPr bwMode="auto">
                <a:xfrm>
                  <a:off x="4249" y="813"/>
                  <a:ext cx="159" cy="870"/>
                  <a:chOff x="2819" y="2101"/>
                  <a:chExt cx="405" cy="2219"/>
                </a:xfrm>
              </p:grpSpPr>
              <p:sp>
                <p:nvSpPr>
                  <p:cNvPr id="39022" name="Freeform 110"/>
                  <p:cNvSpPr>
                    <a:spLocks/>
                  </p:cNvSpPr>
                  <p:nvPr/>
                </p:nvSpPr>
                <p:spPr bwMode="hidden">
                  <a:xfrm rot="4898956">
                    <a:off x="2213" y="2706"/>
                    <a:ext cx="1460" cy="2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23" name="Freeform 111"/>
                  <p:cNvSpPr>
                    <a:spLocks/>
                  </p:cNvSpPr>
                  <p:nvPr/>
                </p:nvSpPr>
                <p:spPr bwMode="hidden">
                  <a:xfrm rot="4898956">
                    <a:off x="2637" y="3721"/>
                    <a:ext cx="789"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3141" name="Group 112"/>
                <p:cNvGrpSpPr>
                  <a:grpSpLocks/>
                </p:cNvGrpSpPr>
                <p:nvPr/>
              </p:nvGrpSpPr>
              <p:grpSpPr bwMode="auto">
                <a:xfrm>
                  <a:off x="4045" y="826"/>
                  <a:ext cx="167" cy="857"/>
                  <a:chOff x="2287" y="2135"/>
                  <a:chExt cx="426" cy="2185"/>
                </a:xfrm>
              </p:grpSpPr>
              <p:sp>
                <p:nvSpPr>
                  <p:cNvPr id="39025" name="Freeform 113"/>
                  <p:cNvSpPr>
                    <a:spLocks/>
                  </p:cNvSpPr>
                  <p:nvPr/>
                </p:nvSpPr>
                <p:spPr bwMode="hidden">
                  <a:xfrm rot="5755659">
                    <a:off x="1903" y="2758"/>
                    <a:ext cx="1432" cy="1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5400000" scaled="1"/>
                  </a:gradFill>
                  <a:ln w="9525">
                    <a:noFill/>
                    <a:round/>
                    <a:headEnd/>
                    <a:tailEnd/>
                  </a:ln>
                  <a:effectLst/>
                </p:spPr>
                <p:txBody>
                  <a:bodyPr wrap="none" anchor="ctr"/>
                  <a:lstStyle/>
                  <a:p>
                    <a:pPr>
                      <a:defRPr/>
                    </a:pPr>
                    <a:endParaRPr lang="en-US"/>
                  </a:p>
                </p:txBody>
              </p:sp>
              <p:sp>
                <p:nvSpPr>
                  <p:cNvPr id="39026" name="Freeform 114"/>
                  <p:cNvSpPr>
                    <a:spLocks/>
                  </p:cNvSpPr>
                  <p:nvPr/>
                </p:nvSpPr>
                <p:spPr bwMode="hidden">
                  <a:xfrm rot="5755659">
                    <a:off x="2051" y="3778"/>
                    <a:ext cx="767" cy="29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sp>
            <p:nvSpPr>
              <p:cNvPr id="39027" name="Freeform 115"/>
              <p:cNvSpPr>
                <a:spLocks/>
              </p:cNvSpPr>
              <p:nvPr/>
            </p:nvSpPr>
            <p:spPr bwMode="hidden">
              <a:xfrm flipH="1">
                <a:off x="3873" y="934"/>
                <a:ext cx="190" cy="58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39028" name="Arc 116"/>
              <p:cNvSpPr>
                <a:spLocks/>
              </p:cNvSpPr>
              <p:nvPr/>
            </p:nvSpPr>
            <p:spPr bwMode="hidden">
              <a:xfrm flipH="1">
                <a:off x="3527" y="725"/>
                <a:ext cx="832" cy="900"/>
              </a:xfrm>
              <a:custGeom>
                <a:avLst/>
                <a:gdLst>
                  <a:gd name="G0" fmla="+- 0 0 0"/>
                  <a:gd name="G1" fmla="+- 20897 0 0"/>
                  <a:gd name="G2" fmla="+- 21600 0 0"/>
                  <a:gd name="T0" fmla="*/ 5467 w 21600"/>
                  <a:gd name="T1" fmla="*/ 0 h 21602"/>
                  <a:gd name="T2" fmla="*/ 21589 w 21600"/>
                  <a:gd name="T3" fmla="*/ 21602 h 21602"/>
                  <a:gd name="T4" fmla="*/ 0 w 21600"/>
                  <a:gd name="T5" fmla="*/ 20897 h 21602"/>
                </a:gdLst>
                <a:ahLst/>
                <a:cxnLst>
                  <a:cxn ang="0">
                    <a:pos x="T0" y="T1"/>
                  </a:cxn>
                  <a:cxn ang="0">
                    <a:pos x="T2" y="T3"/>
                  </a:cxn>
                  <a:cxn ang="0">
                    <a:pos x="T4" y="T5"/>
                  </a:cxn>
                </a:cxnLst>
                <a:rect l="0" t="0" r="r" b="b"/>
                <a:pathLst>
                  <a:path w="21600" h="21602" fill="none" extrusionOk="0">
                    <a:moveTo>
                      <a:pt x="5466" y="0"/>
                    </a:moveTo>
                    <a:cubicBezTo>
                      <a:pt x="14970" y="2486"/>
                      <a:pt x="21600" y="11073"/>
                      <a:pt x="21600" y="20897"/>
                    </a:cubicBezTo>
                    <a:cubicBezTo>
                      <a:pt x="21600" y="21132"/>
                      <a:pt x="21596" y="21367"/>
                      <a:pt x="21588" y="21601"/>
                    </a:cubicBezTo>
                  </a:path>
                  <a:path w="21600" h="21602" stroke="0" extrusionOk="0">
                    <a:moveTo>
                      <a:pt x="5466" y="0"/>
                    </a:moveTo>
                    <a:cubicBezTo>
                      <a:pt x="14970" y="2486"/>
                      <a:pt x="21600" y="11073"/>
                      <a:pt x="21600" y="20897"/>
                    </a:cubicBezTo>
                    <a:cubicBezTo>
                      <a:pt x="21600" y="21132"/>
                      <a:pt x="21596" y="21367"/>
                      <a:pt x="21588" y="21601"/>
                    </a:cubicBezTo>
                    <a:lnTo>
                      <a:pt x="0" y="20897"/>
                    </a:lnTo>
                    <a:close/>
                  </a:path>
                </a:pathLst>
              </a:custGeom>
              <a:noFill/>
              <a:ln w="9525">
                <a:solidFill>
                  <a:schemeClr val="folHlink"/>
                </a:solidFill>
                <a:round/>
                <a:headEnd/>
                <a:tailEnd/>
              </a:ln>
              <a:effectLst/>
            </p:spPr>
            <p:txBody>
              <a:bodyPr wrap="none" anchor="ctr"/>
              <a:lstStyle/>
              <a:p>
                <a:pPr>
                  <a:defRPr/>
                </a:pPr>
                <a:endParaRPr lang="en-US"/>
              </a:p>
            </p:txBody>
          </p:sp>
          <p:sp>
            <p:nvSpPr>
              <p:cNvPr id="39029" name="Arc 117"/>
              <p:cNvSpPr>
                <a:spLocks/>
              </p:cNvSpPr>
              <p:nvPr/>
            </p:nvSpPr>
            <p:spPr bwMode="hidden">
              <a:xfrm flipV="1">
                <a:off x="4278" y="179"/>
                <a:ext cx="1007" cy="802"/>
              </a:xfrm>
              <a:custGeom>
                <a:avLst/>
                <a:gdLst>
                  <a:gd name="G0" fmla="+- 17826 0 0"/>
                  <a:gd name="G1" fmla="+- 0 0 0"/>
                  <a:gd name="G2" fmla="+- 21600 0 0"/>
                  <a:gd name="T0" fmla="*/ 36729 w 36729"/>
                  <a:gd name="T1" fmla="*/ 10451 h 21600"/>
                  <a:gd name="T2" fmla="*/ 0 w 36729"/>
                  <a:gd name="T3" fmla="*/ 12197 h 21600"/>
                  <a:gd name="T4" fmla="*/ 17826 w 36729"/>
                  <a:gd name="T5" fmla="*/ 0 h 21600"/>
                </a:gdLst>
                <a:ahLst/>
                <a:cxnLst>
                  <a:cxn ang="0">
                    <a:pos x="T0" y="T1"/>
                  </a:cxn>
                  <a:cxn ang="0">
                    <a:pos x="T2" y="T3"/>
                  </a:cxn>
                  <a:cxn ang="0">
                    <a:pos x="T4" y="T5"/>
                  </a:cxn>
                </a:cxnLst>
                <a:rect l="0" t="0" r="r" b="b"/>
                <a:pathLst>
                  <a:path w="36729" h="21600" fill="none" extrusionOk="0">
                    <a:moveTo>
                      <a:pt x="36729" y="10451"/>
                    </a:moveTo>
                    <a:cubicBezTo>
                      <a:pt x="32926" y="17330"/>
                      <a:pt x="25686" y="21599"/>
                      <a:pt x="17826" y="21600"/>
                    </a:cubicBezTo>
                    <a:cubicBezTo>
                      <a:pt x="10696" y="21600"/>
                      <a:pt x="4025" y="18081"/>
                      <a:pt x="-1" y="12197"/>
                    </a:cubicBezTo>
                  </a:path>
                  <a:path w="36729" h="21600" stroke="0" extrusionOk="0">
                    <a:moveTo>
                      <a:pt x="36729" y="10451"/>
                    </a:moveTo>
                    <a:cubicBezTo>
                      <a:pt x="32926" y="17330"/>
                      <a:pt x="25686" y="21599"/>
                      <a:pt x="17826" y="21600"/>
                    </a:cubicBezTo>
                    <a:cubicBezTo>
                      <a:pt x="10696" y="21600"/>
                      <a:pt x="4025" y="18081"/>
                      <a:pt x="-1" y="12197"/>
                    </a:cubicBezTo>
                    <a:lnTo>
                      <a:pt x="17826" y="0"/>
                    </a:lnTo>
                    <a:close/>
                  </a:path>
                </a:pathLst>
              </a:custGeom>
              <a:noFill/>
              <a:ln w="9525">
                <a:solidFill>
                  <a:schemeClr val="accent1"/>
                </a:solidFill>
                <a:round/>
                <a:headEnd/>
                <a:tailEnd/>
              </a:ln>
              <a:effectLst/>
            </p:spPr>
            <p:txBody>
              <a:bodyPr wrap="none" anchor="ctr"/>
              <a:lstStyle/>
              <a:p>
                <a:pPr>
                  <a:defRPr/>
                </a:pPr>
                <a:endParaRPr lang="en-US"/>
              </a:p>
            </p:txBody>
          </p:sp>
          <p:sp>
            <p:nvSpPr>
              <p:cNvPr id="39030" name="Arc 118"/>
              <p:cNvSpPr>
                <a:spLocks/>
              </p:cNvSpPr>
              <p:nvPr/>
            </p:nvSpPr>
            <p:spPr bwMode="hidden">
              <a:xfrm flipH="1">
                <a:off x="3612" y="580"/>
                <a:ext cx="485" cy="933"/>
              </a:xfrm>
              <a:custGeom>
                <a:avLst/>
                <a:gdLst>
                  <a:gd name="G0" fmla="+- 7340 0 0"/>
                  <a:gd name="G1" fmla="+- 21600 0 0"/>
                  <a:gd name="G2" fmla="+- 21600 0 0"/>
                  <a:gd name="T0" fmla="*/ 0 w 28940"/>
                  <a:gd name="T1" fmla="*/ 1285 h 22305"/>
                  <a:gd name="T2" fmla="*/ 28929 w 28940"/>
                  <a:gd name="T3" fmla="*/ 22305 h 22305"/>
                  <a:gd name="T4" fmla="*/ 7340 w 28940"/>
                  <a:gd name="T5" fmla="*/ 21600 h 22305"/>
                </a:gdLst>
                <a:ahLst/>
                <a:cxnLst>
                  <a:cxn ang="0">
                    <a:pos x="T0" y="T1"/>
                  </a:cxn>
                  <a:cxn ang="0">
                    <a:pos x="T2" y="T3"/>
                  </a:cxn>
                  <a:cxn ang="0">
                    <a:pos x="T4" y="T5"/>
                  </a:cxn>
                </a:cxnLst>
                <a:rect l="0" t="0" r="r" b="b"/>
                <a:pathLst>
                  <a:path w="28940" h="22305" fill="none" extrusionOk="0">
                    <a:moveTo>
                      <a:pt x="0" y="1285"/>
                    </a:moveTo>
                    <a:cubicBezTo>
                      <a:pt x="2353" y="434"/>
                      <a:pt x="4837" y="-1"/>
                      <a:pt x="7340" y="0"/>
                    </a:cubicBezTo>
                    <a:cubicBezTo>
                      <a:pt x="19269" y="0"/>
                      <a:pt x="28940" y="9670"/>
                      <a:pt x="28940" y="21600"/>
                    </a:cubicBezTo>
                    <a:cubicBezTo>
                      <a:pt x="28940" y="21835"/>
                      <a:pt x="28936" y="22070"/>
                      <a:pt x="28928" y="22304"/>
                    </a:cubicBezTo>
                  </a:path>
                  <a:path w="28940" h="22305" stroke="0" extrusionOk="0">
                    <a:moveTo>
                      <a:pt x="0" y="1285"/>
                    </a:moveTo>
                    <a:cubicBezTo>
                      <a:pt x="2353" y="434"/>
                      <a:pt x="4837" y="-1"/>
                      <a:pt x="7340" y="0"/>
                    </a:cubicBezTo>
                    <a:cubicBezTo>
                      <a:pt x="19269" y="0"/>
                      <a:pt x="28940" y="9670"/>
                      <a:pt x="28940" y="21600"/>
                    </a:cubicBezTo>
                    <a:cubicBezTo>
                      <a:pt x="28940" y="21835"/>
                      <a:pt x="28936" y="22070"/>
                      <a:pt x="28928" y="22304"/>
                    </a:cubicBezTo>
                    <a:lnTo>
                      <a:pt x="7340"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31" name="Arc 119"/>
              <p:cNvSpPr>
                <a:spLocks/>
              </p:cNvSpPr>
              <p:nvPr/>
            </p:nvSpPr>
            <p:spPr bwMode="hidden">
              <a:xfrm flipH="1">
                <a:off x="3267" y="628"/>
                <a:ext cx="791" cy="928"/>
              </a:xfrm>
              <a:custGeom>
                <a:avLst/>
                <a:gdLst>
                  <a:gd name="G0" fmla="+- 8873 0 0"/>
                  <a:gd name="G1" fmla="+- 21600 0 0"/>
                  <a:gd name="G2" fmla="+- 21600 0 0"/>
                  <a:gd name="T0" fmla="*/ 0 w 30473"/>
                  <a:gd name="T1" fmla="*/ 1907 h 22305"/>
                  <a:gd name="T2" fmla="*/ 30462 w 30473"/>
                  <a:gd name="T3" fmla="*/ 22305 h 22305"/>
                  <a:gd name="T4" fmla="*/ 8873 w 30473"/>
                  <a:gd name="T5" fmla="*/ 21600 h 22305"/>
                </a:gdLst>
                <a:ahLst/>
                <a:cxnLst>
                  <a:cxn ang="0">
                    <a:pos x="T0" y="T1"/>
                  </a:cxn>
                  <a:cxn ang="0">
                    <a:pos x="T2" y="T3"/>
                  </a:cxn>
                  <a:cxn ang="0">
                    <a:pos x="T4" y="T5"/>
                  </a:cxn>
                </a:cxnLst>
                <a:rect l="0" t="0" r="r" b="b"/>
                <a:pathLst>
                  <a:path w="30473" h="22305" fill="none" extrusionOk="0">
                    <a:moveTo>
                      <a:pt x="-1" y="1906"/>
                    </a:moveTo>
                    <a:cubicBezTo>
                      <a:pt x="2789" y="649"/>
                      <a:pt x="5813" y="-1"/>
                      <a:pt x="8873" y="0"/>
                    </a:cubicBezTo>
                    <a:cubicBezTo>
                      <a:pt x="20802" y="0"/>
                      <a:pt x="30473" y="9670"/>
                      <a:pt x="30473" y="21600"/>
                    </a:cubicBezTo>
                    <a:cubicBezTo>
                      <a:pt x="30473" y="21835"/>
                      <a:pt x="30469" y="22070"/>
                      <a:pt x="30461" y="22304"/>
                    </a:cubicBezTo>
                  </a:path>
                  <a:path w="30473" h="22305" stroke="0" extrusionOk="0">
                    <a:moveTo>
                      <a:pt x="-1" y="1906"/>
                    </a:moveTo>
                    <a:cubicBezTo>
                      <a:pt x="2789" y="649"/>
                      <a:pt x="5813" y="-1"/>
                      <a:pt x="8873" y="0"/>
                    </a:cubicBezTo>
                    <a:cubicBezTo>
                      <a:pt x="20802" y="0"/>
                      <a:pt x="30473" y="9670"/>
                      <a:pt x="30473" y="21600"/>
                    </a:cubicBezTo>
                    <a:cubicBezTo>
                      <a:pt x="30473" y="21835"/>
                      <a:pt x="30469" y="22070"/>
                      <a:pt x="30461" y="22304"/>
                    </a:cubicBezTo>
                    <a:lnTo>
                      <a:pt x="8873"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2" name="Arc 120"/>
              <p:cNvSpPr>
                <a:spLocks/>
              </p:cNvSpPr>
              <p:nvPr/>
            </p:nvSpPr>
            <p:spPr bwMode="hidden">
              <a:xfrm flipH="1">
                <a:off x="3197" y="458"/>
                <a:ext cx="932" cy="933"/>
              </a:xfrm>
              <a:custGeom>
                <a:avLst/>
                <a:gdLst>
                  <a:gd name="G0" fmla="+- 12855 0 0"/>
                  <a:gd name="G1" fmla="+- 21600 0 0"/>
                  <a:gd name="G2" fmla="+- 21600 0 0"/>
                  <a:gd name="T0" fmla="*/ 0 w 34455"/>
                  <a:gd name="T1" fmla="*/ 4241 h 22305"/>
                  <a:gd name="T2" fmla="*/ 34444 w 34455"/>
                  <a:gd name="T3" fmla="*/ 22305 h 22305"/>
                  <a:gd name="T4" fmla="*/ 12855 w 34455"/>
                  <a:gd name="T5" fmla="*/ 21600 h 22305"/>
                </a:gdLst>
                <a:ahLst/>
                <a:cxnLst>
                  <a:cxn ang="0">
                    <a:pos x="T0" y="T1"/>
                  </a:cxn>
                  <a:cxn ang="0">
                    <a:pos x="T2" y="T3"/>
                  </a:cxn>
                  <a:cxn ang="0">
                    <a:pos x="T4" y="T5"/>
                  </a:cxn>
                </a:cxnLst>
                <a:rect l="0" t="0" r="r" b="b"/>
                <a:pathLst>
                  <a:path w="34455" h="22305" fill="none" extrusionOk="0">
                    <a:moveTo>
                      <a:pt x="0" y="4241"/>
                    </a:moveTo>
                    <a:cubicBezTo>
                      <a:pt x="3720" y="1486"/>
                      <a:pt x="8226" y="-1"/>
                      <a:pt x="12855" y="0"/>
                    </a:cubicBezTo>
                    <a:cubicBezTo>
                      <a:pt x="24784" y="0"/>
                      <a:pt x="34455" y="9670"/>
                      <a:pt x="34455" y="21600"/>
                    </a:cubicBezTo>
                    <a:cubicBezTo>
                      <a:pt x="34455" y="21835"/>
                      <a:pt x="34451" y="22070"/>
                      <a:pt x="34443" y="22304"/>
                    </a:cubicBezTo>
                  </a:path>
                  <a:path w="34455" h="22305" stroke="0" extrusionOk="0">
                    <a:moveTo>
                      <a:pt x="0" y="4241"/>
                    </a:moveTo>
                    <a:cubicBezTo>
                      <a:pt x="3720" y="1486"/>
                      <a:pt x="8226" y="-1"/>
                      <a:pt x="12855" y="0"/>
                    </a:cubicBezTo>
                    <a:cubicBezTo>
                      <a:pt x="24784" y="0"/>
                      <a:pt x="34455" y="9670"/>
                      <a:pt x="34455" y="21600"/>
                    </a:cubicBezTo>
                    <a:cubicBezTo>
                      <a:pt x="34455" y="21835"/>
                      <a:pt x="34451" y="22070"/>
                      <a:pt x="34443" y="22304"/>
                    </a:cubicBezTo>
                    <a:lnTo>
                      <a:pt x="12855"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3" name="Arc 121"/>
              <p:cNvSpPr>
                <a:spLocks/>
              </p:cNvSpPr>
              <p:nvPr/>
            </p:nvSpPr>
            <p:spPr bwMode="hidden">
              <a:xfrm>
                <a:off x="4229" y="589"/>
                <a:ext cx="149"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34" name="Arc 122"/>
              <p:cNvSpPr>
                <a:spLocks/>
              </p:cNvSpPr>
              <p:nvPr/>
            </p:nvSpPr>
            <p:spPr bwMode="hidden">
              <a:xfrm>
                <a:off x="4269" y="585"/>
                <a:ext cx="393"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5" name="Arc 123"/>
              <p:cNvSpPr>
                <a:spLocks/>
              </p:cNvSpPr>
              <p:nvPr/>
            </p:nvSpPr>
            <p:spPr bwMode="hidden">
              <a:xfrm>
                <a:off x="4302" y="463"/>
                <a:ext cx="558"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36" name="Freeform 124"/>
              <p:cNvSpPr>
                <a:spLocks/>
              </p:cNvSpPr>
              <p:nvPr/>
            </p:nvSpPr>
            <p:spPr bwMode="hidden">
              <a:xfrm>
                <a:off x="4410" y="1033"/>
                <a:ext cx="188" cy="58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39037" name="Freeform 125"/>
              <p:cNvSpPr>
                <a:spLocks/>
              </p:cNvSpPr>
              <p:nvPr/>
            </p:nvSpPr>
            <p:spPr bwMode="hidden">
              <a:xfrm rot="19660755" flipV="1">
                <a:off x="4114" y="843"/>
                <a:ext cx="171" cy="326"/>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sp>
            <p:nvSpPr>
              <p:cNvPr id="39038" name="Arc 126"/>
              <p:cNvSpPr>
                <a:spLocks/>
              </p:cNvSpPr>
              <p:nvPr/>
            </p:nvSpPr>
            <p:spPr bwMode="hidden">
              <a:xfrm flipH="1">
                <a:off x="3144" y="319"/>
                <a:ext cx="996" cy="933"/>
              </a:xfrm>
              <a:custGeom>
                <a:avLst/>
                <a:gdLst>
                  <a:gd name="G0" fmla="+- 15230 0 0"/>
                  <a:gd name="G1" fmla="+- 21600 0 0"/>
                  <a:gd name="G2" fmla="+- 21600 0 0"/>
                  <a:gd name="T0" fmla="*/ 0 w 36830"/>
                  <a:gd name="T1" fmla="*/ 6283 h 22305"/>
                  <a:gd name="T2" fmla="*/ 36819 w 36830"/>
                  <a:gd name="T3" fmla="*/ 22305 h 22305"/>
                  <a:gd name="T4" fmla="*/ 15230 w 36830"/>
                  <a:gd name="T5" fmla="*/ 21600 h 22305"/>
                </a:gdLst>
                <a:ahLst/>
                <a:cxnLst>
                  <a:cxn ang="0">
                    <a:pos x="T0" y="T1"/>
                  </a:cxn>
                  <a:cxn ang="0">
                    <a:pos x="T2" y="T3"/>
                  </a:cxn>
                  <a:cxn ang="0">
                    <a:pos x="T4" y="T5"/>
                  </a:cxn>
                </a:cxnLst>
                <a:rect l="0" t="0" r="r" b="b"/>
                <a:pathLst>
                  <a:path w="36830" h="22305" fill="none" extrusionOk="0">
                    <a:moveTo>
                      <a:pt x="0" y="6283"/>
                    </a:moveTo>
                    <a:cubicBezTo>
                      <a:pt x="4047" y="2258"/>
                      <a:pt x="9522" y="-1"/>
                      <a:pt x="15230" y="0"/>
                    </a:cubicBezTo>
                    <a:cubicBezTo>
                      <a:pt x="27159" y="0"/>
                      <a:pt x="36830" y="9670"/>
                      <a:pt x="36830" y="21600"/>
                    </a:cubicBezTo>
                    <a:cubicBezTo>
                      <a:pt x="36830" y="21835"/>
                      <a:pt x="36826" y="22070"/>
                      <a:pt x="36818" y="22304"/>
                    </a:cubicBezTo>
                  </a:path>
                  <a:path w="36830" h="22305" stroke="0" extrusionOk="0">
                    <a:moveTo>
                      <a:pt x="0" y="6283"/>
                    </a:moveTo>
                    <a:cubicBezTo>
                      <a:pt x="4047" y="2258"/>
                      <a:pt x="9522" y="-1"/>
                      <a:pt x="15230" y="0"/>
                    </a:cubicBezTo>
                    <a:cubicBezTo>
                      <a:pt x="27159" y="0"/>
                      <a:pt x="36830" y="9670"/>
                      <a:pt x="36830" y="21600"/>
                    </a:cubicBezTo>
                    <a:cubicBezTo>
                      <a:pt x="36830" y="21835"/>
                      <a:pt x="36826" y="22070"/>
                      <a:pt x="36818" y="22304"/>
                    </a:cubicBezTo>
                    <a:lnTo>
                      <a:pt x="15230"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9" name="Arc 127"/>
              <p:cNvSpPr>
                <a:spLocks/>
              </p:cNvSpPr>
              <p:nvPr/>
            </p:nvSpPr>
            <p:spPr bwMode="hidden">
              <a:xfrm flipH="1">
                <a:off x="3426" y="122"/>
                <a:ext cx="724" cy="900"/>
              </a:xfrm>
              <a:custGeom>
                <a:avLst/>
                <a:gdLst>
                  <a:gd name="G0" fmla="+- 18231 0 0"/>
                  <a:gd name="G1" fmla="+- 21600 0 0"/>
                  <a:gd name="G2" fmla="+- 21600 0 0"/>
                  <a:gd name="T0" fmla="*/ 0 w 31881"/>
                  <a:gd name="T1" fmla="*/ 10016 h 21600"/>
                  <a:gd name="T2" fmla="*/ 31881 w 31881"/>
                  <a:gd name="T3" fmla="*/ 4860 h 21600"/>
                  <a:gd name="T4" fmla="*/ 18231 w 31881"/>
                  <a:gd name="T5" fmla="*/ 21600 h 21600"/>
                </a:gdLst>
                <a:ahLst/>
                <a:cxnLst>
                  <a:cxn ang="0">
                    <a:pos x="T0" y="T1"/>
                  </a:cxn>
                  <a:cxn ang="0">
                    <a:pos x="T2" y="T3"/>
                  </a:cxn>
                  <a:cxn ang="0">
                    <a:pos x="T4" y="T5"/>
                  </a:cxn>
                </a:cxnLst>
                <a:rect l="0" t="0" r="r" b="b"/>
                <a:pathLst>
                  <a:path w="31881" h="21600" fill="none" extrusionOk="0">
                    <a:moveTo>
                      <a:pt x="-1" y="10015"/>
                    </a:moveTo>
                    <a:cubicBezTo>
                      <a:pt x="3963" y="3778"/>
                      <a:pt x="10840" y="-1"/>
                      <a:pt x="18231" y="0"/>
                    </a:cubicBezTo>
                    <a:cubicBezTo>
                      <a:pt x="23204" y="0"/>
                      <a:pt x="28026" y="1716"/>
                      <a:pt x="31881" y="4859"/>
                    </a:cubicBezTo>
                  </a:path>
                  <a:path w="31881" h="21600" stroke="0" extrusionOk="0">
                    <a:moveTo>
                      <a:pt x="-1" y="10015"/>
                    </a:moveTo>
                    <a:cubicBezTo>
                      <a:pt x="3963" y="3778"/>
                      <a:pt x="10840" y="-1"/>
                      <a:pt x="18231" y="0"/>
                    </a:cubicBezTo>
                    <a:cubicBezTo>
                      <a:pt x="23204" y="0"/>
                      <a:pt x="28026" y="1716"/>
                      <a:pt x="31881" y="4859"/>
                    </a:cubicBezTo>
                    <a:lnTo>
                      <a:pt x="18231"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40" name="Arc 128"/>
              <p:cNvSpPr>
                <a:spLocks/>
              </p:cNvSpPr>
              <p:nvPr/>
            </p:nvSpPr>
            <p:spPr bwMode="hidden">
              <a:xfrm>
                <a:off x="4199" y="502"/>
                <a:ext cx="297" cy="901"/>
              </a:xfrm>
              <a:custGeom>
                <a:avLst/>
                <a:gdLst>
                  <a:gd name="G0" fmla="+- 13212 0 0"/>
                  <a:gd name="G1" fmla="+- 21600 0 0"/>
                  <a:gd name="G2" fmla="+- 21600 0 0"/>
                  <a:gd name="T0" fmla="*/ 0 w 31146"/>
                  <a:gd name="T1" fmla="*/ 4512 h 21600"/>
                  <a:gd name="T2" fmla="*/ 31146 w 31146"/>
                  <a:gd name="T3" fmla="*/ 9561 h 21600"/>
                  <a:gd name="T4" fmla="*/ 13212 w 31146"/>
                  <a:gd name="T5" fmla="*/ 21600 h 21600"/>
                </a:gdLst>
                <a:ahLst/>
                <a:cxnLst>
                  <a:cxn ang="0">
                    <a:pos x="T0" y="T1"/>
                  </a:cxn>
                  <a:cxn ang="0">
                    <a:pos x="T2" y="T3"/>
                  </a:cxn>
                  <a:cxn ang="0">
                    <a:pos x="T4" y="T5"/>
                  </a:cxn>
                </a:cxnLst>
                <a:rect l="0" t="0" r="r" b="b"/>
                <a:pathLst>
                  <a:path w="31146" h="21600" fill="none" extrusionOk="0">
                    <a:moveTo>
                      <a:pt x="-1" y="4511"/>
                    </a:moveTo>
                    <a:cubicBezTo>
                      <a:pt x="3783" y="1586"/>
                      <a:pt x="8429" y="-1"/>
                      <a:pt x="13212" y="0"/>
                    </a:cubicBezTo>
                    <a:cubicBezTo>
                      <a:pt x="20409" y="0"/>
                      <a:pt x="27134" y="3585"/>
                      <a:pt x="31145" y="9561"/>
                    </a:cubicBezTo>
                  </a:path>
                  <a:path w="31146" h="21600" stroke="0" extrusionOk="0">
                    <a:moveTo>
                      <a:pt x="-1" y="4511"/>
                    </a:moveTo>
                    <a:cubicBezTo>
                      <a:pt x="3783" y="1586"/>
                      <a:pt x="8429" y="-1"/>
                      <a:pt x="13212" y="0"/>
                    </a:cubicBezTo>
                    <a:cubicBezTo>
                      <a:pt x="20409" y="0"/>
                      <a:pt x="27134" y="3585"/>
                      <a:pt x="31145" y="9561"/>
                    </a:cubicBezTo>
                    <a:lnTo>
                      <a:pt x="13212" y="21600"/>
                    </a:lnTo>
                    <a:close/>
                  </a:path>
                </a:pathLst>
              </a:custGeom>
              <a:noFill/>
              <a:ln w="9525">
                <a:solidFill>
                  <a:schemeClr val="accent2"/>
                </a:solidFill>
                <a:round/>
                <a:headEnd/>
                <a:tailEnd/>
              </a:ln>
              <a:effectLst/>
            </p:spPr>
            <p:txBody>
              <a:bodyPr wrap="none" anchor="ctr"/>
              <a:lstStyle/>
              <a:p>
                <a:pPr>
                  <a:defRPr/>
                </a:pPr>
                <a:endParaRPr lang="en-US"/>
              </a:p>
            </p:txBody>
          </p:sp>
          <p:sp>
            <p:nvSpPr>
              <p:cNvPr id="39041" name="Freeform 129"/>
              <p:cNvSpPr>
                <a:spLocks/>
              </p:cNvSpPr>
              <p:nvPr/>
            </p:nvSpPr>
            <p:spPr bwMode="hidden">
              <a:xfrm flipH="1">
                <a:off x="3307" y="981"/>
                <a:ext cx="426" cy="59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2" name="Freeform 130"/>
              <p:cNvSpPr>
                <a:spLocks/>
              </p:cNvSpPr>
              <p:nvPr/>
            </p:nvSpPr>
            <p:spPr bwMode="hidden">
              <a:xfrm flipH="1">
                <a:off x="3507" y="350"/>
                <a:ext cx="273" cy="59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3" name="Freeform 131"/>
              <p:cNvSpPr>
                <a:spLocks/>
              </p:cNvSpPr>
              <p:nvPr/>
            </p:nvSpPr>
            <p:spPr bwMode="hidden">
              <a:xfrm flipH="1">
                <a:off x="3821" y="172"/>
                <a:ext cx="164" cy="59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4" name="Freeform 132"/>
              <p:cNvSpPr>
                <a:spLocks/>
              </p:cNvSpPr>
              <p:nvPr/>
            </p:nvSpPr>
            <p:spPr bwMode="hidden">
              <a:xfrm>
                <a:off x="4841" y="894"/>
                <a:ext cx="395" cy="62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39045" name="Freeform 133"/>
              <p:cNvSpPr>
                <a:spLocks/>
              </p:cNvSpPr>
              <p:nvPr/>
            </p:nvSpPr>
            <p:spPr bwMode="hidden">
              <a:xfrm>
                <a:off x="4636" y="576"/>
                <a:ext cx="594" cy="41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6" name="Freeform 134"/>
              <p:cNvSpPr>
                <a:spLocks/>
              </p:cNvSpPr>
              <p:nvPr/>
            </p:nvSpPr>
            <p:spPr bwMode="hidden">
              <a:xfrm>
                <a:off x="4658" y="132"/>
                <a:ext cx="260" cy="55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7" name="Freeform 135"/>
              <p:cNvSpPr>
                <a:spLocks/>
              </p:cNvSpPr>
              <p:nvPr/>
            </p:nvSpPr>
            <p:spPr bwMode="hidden">
              <a:xfrm rot="20253369">
                <a:off x="4401" y="599"/>
                <a:ext cx="175" cy="32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sp>
            <p:nvSpPr>
              <p:cNvPr id="39048" name="Freeform 136"/>
              <p:cNvSpPr>
                <a:spLocks/>
              </p:cNvSpPr>
              <p:nvPr/>
            </p:nvSpPr>
            <p:spPr bwMode="hidden">
              <a:xfrm rot="1346631" flipH="1">
                <a:off x="3783" y="589"/>
                <a:ext cx="172" cy="33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grpSp>
      </p:grpSp>
      <p:sp>
        <p:nvSpPr>
          <p:cNvPr id="3075" name="Rectangle 137"/>
          <p:cNvSpPr>
            <a:spLocks noGrp="1" noChangeArrowheads="1"/>
          </p:cNvSpPr>
          <p:nvPr>
            <p:ph type="title"/>
          </p:nvPr>
        </p:nvSpPr>
        <p:spPr bwMode="auto">
          <a:xfrm>
            <a:off x="685800" y="301625"/>
            <a:ext cx="7772400" cy="146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3076" name="Rectangle 138"/>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39051" name="Rectangle 139"/>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39052" name="Rectangle 140"/>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39053" name="Rectangle 141"/>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Black" panose="020B0A04020102020204" pitchFamily="34" charset="0"/>
              </a:defRPr>
            </a:lvl1pPr>
          </a:lstStyle>
          <a:p>
            <a:fld id="{8A71BF9E-638D-4E1E-BFEF-31A2D44DDF5E}"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4121" r:id="rId1"/>
    <p:sldLayoutId id="2147484057" r:id="rId2"/>
    <p:sldLayoutId id="2147484058" r:id="rId3"/>
    <p:sldLayoutId id="2147484059" r:id="rId4"/>
    <p:sldLayoutId id="2147484060" r:id="rId5"/>
    <p:sldLayoutId id="2147484061" r:id="rId6"/>
    <p:sldLayoutId id="2147484062" r:id="rId7"/>
    <p:sldLayoutId id="2147484063" r:id="rId8"/>
    <p:sldLayoutId id="2147484064" r:id="rId9"/>
    <p:sldLayoutId id="2147484065" r:id="rId10"/>
    <p:sldLayoutId id="2147484066"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Black" pitchFamily="34" charset="0"/>
        </a:defRPr>
      </a:lvl2pPr>
      <a:lvl3pPr algn="l" rtl="0" eaLnBrk="0" fontAlgn="base" hangingPunct="0">
        <a:spcBef>
          <a:spcPct val="0"/>
        </a:spcBef>
        <a:spcAft>
          <a:spcPct val="0"/>
        </a:spcAft>
        <a:defRPr sz="4400">
          <a:solidFill>
            <a:schemeClr val="tx2"/>
          </a:solidFill>
          <a:latin typeface="Arial Black" pitchFamily="34" charset="0"/>
        </a:defRPr>
      </a:lvl3pPr>
      <a:lvl4pPr algn="l" rtl="0" eaLnBrk="0" fontAlgn="base" hangingPunct="0">
        <a:spcBef>
          <a:spcPct val="0"/>
        </a:spcBef>
        <a:spcAft>
          <a:spcPct val="0"/>
        </a:spcAft>
        <a:defRPr sz="4400">
          <a:solidFill>
            <a:schemeClr val="tx2"/>
          </a:solidFill>
          <a:latin typeface="Arial Black" pitchFamily="34" charset="0"/>
        </a:defRPr>
      </a:lvl4pPr>
      <a:lvl5pPr algn="l" rtl="0" eaLnBrk="0" fontAlgn="base" hangingPunct="0">
        <a:spcBef>
          <a:spcPct val="0"/>
        </a:spcBef>
        <a:spcAft>
          <a:spcPct val="0"/>
        </a:spcAft>
        <a:defRPr sz="4400">
          <a:solidFill>
            <a:schemeClr val="tx2"/>
          </a:solidFill>
          <a:latin typeface="Arial Black" pitchFamily="34" charset="0"/>
        </a:defRPr>
      </a:lvl5pPr>
      <a:lvl6pPr marL="457200" algn="l" rtl="0" fontAlgn="base">
        <a:spcBef>
          <a:spcPct val="0"/>
        </a:spcBef>
        <a:spcAft>
          <a:spcPct val="0"/>
        </a:spcAft>
        <a:defRPr sz="4400">
          <a:solidFill>
            <a:schemeClr val="tx2"/>
          </a:solidFill>
          <a:latin typeface="Arial Black" pitchFamily="34" charset="0"/>
        </a:defRPr>
      </a:lvl6pPr>
      <a:lvl7pPr marL="914400" algn="l" rtl="0" fontAlgn="base">
        <a:spcBef>
          <a:spcPct val="0"/>
        </a:spcBef>
        <a:spcAft>
          <a:spcPct val="0"/>
        </a:spcAft>
        <a:defRPr sz="4400">
          <a:solidFill>
            <a:schemeClr val="tx2"/>
          </a:solidFill>
          <a:latin typeface="Arial Black" pitchFamily="34" charset="0"/>
        </a:defRPr>
      </a:lvl7pPr>
      <a:lvl8pPr marL="1371600" algn="l" rtl="0" fontAlgn="base">
        <a:spcBef>
          <a:spcPct val="0"/>
        </a:spcBef>
        <a:spcAft>
          <a:spcPct val="0"/>
        </a:spcAft>
        <a:defRPr sz="4400">
          <a:solidFill>
            <a:schemeClr val="tx2"/>
          </a:solidFill>
          <a:latin typeface="Arial Black" pitchFamily="34" charset="0"/>
        </a:defRPr>
      </a:lvl8pPr>
      <a:lvl9pPr marL="1828800" algn="l" rtl="0" fontAlgn="base">
        <a:spcBef>
          <a:spcPct val="0"/>
        </a:spcBef>
        <a:spcAft>
          <a:spcPct val="0"/>
        </a:spcAft>
        <a:defRPr sz="4400">
          <a:solidFill>
            <a:schemeClr val="tx2"/>
          </a:solidFill>
          <a:latin typeface="Arial Black" pitchFamily="34" charset="0"/>
        </a:defRPr>
      </a:lvl9pPr>
    </p:titleStyle>
    <p:bodyStyle>
      <a:lvl1pPr marL="342900" indent="-342900" algn="l" rtl="0" eaLnBrk="0" fontAlgn="base" hangingPunct="0">
        <a:spcBef>
          <a:spcPct val="20000"/>
        </a:spcBef>
        <a:spcAft>
          <a:spcPct val="0"/>
        </a:spcAft>
        <a:buClr>
          <a:schemeClr val="hlink"/>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Font typeface="Times New Roman" panose="02020603050405020304" pitchFamily="18" charset="0"/>
        <a:buChar char="−"/>
        <a:defRPr sz="2000">
          <a:solidFill>
            <a:schemeClr val="tx1"/>
          </a:solidFill>
          <a:latin typeface="+mn-lt"/>
        </a:defRPr>
      </a:lvl4pPr>
      <a:lvl5pPr marL="2057400" indent="-228600" algn="l" rtl="0" eaLnBrk="0" fontAlgn="base" hangingPunct="0">
        <a:spcBef>
          <a:spcPct val="20000"/>
        </a:spcBef>
        <a:spcAft>
          <a:spcPct val="0"/>
        </a:spcAft>
        <a:buFont typeface="Times New Roman" panose="02020603050405020304" pitchFamily="18" charset="0"/>
        <a:buChar char="–"/>
        <a:defRPr sz="2000">
          <a:solidFill>
            <a:schemeClr val="tx1"/>
          </a:solidFill>
          <a:latin typeface="+mn-lt"/>
        </a:defRPr>
      </a:lvl5pPr>
      <a:lvl6pPr marL="2514600" indent="-228600" algn="l" rtl="0" fontAlgn="base">
        <a:spcBef>
          <a:spcPct val="20000"/>
        </a:spcBef>
        <a:spcAft>
          <a:spcPct val="0"/>
        </a:spcAft>
        <a:buFont typeface="Times New Roman" pitchFamily="18" charset="0"/>
        <a:buChar char="–"/>
        <a:defRPr sz="2000">
          <a:solidFill>
            <a:schemeClr val="tx1"/>
          </a:solidFill>
          <a:latin typeface="+mn-lt"/>
        </a:defRPr>
      </a:lvl6pPr>
      <a:lvl7pPr marL="2971800" indent="-228600" algn="l" rtl="0" fontAlgn="base">
        <a:spcBef>
          <a:spcPct val="20000"/>
        </a:spcBef>
        <a:spcAft>
          <a:spcPct val="0"/>
        </a:spcAft>
        <a:buFont typeface="Times New Roman" pitchFamily="18" charset="0"/>
        <a:buChar char="–"/>
        <a:defRPr sz="2000">
          <a:solidFill>
            <a:schemeClr val="tx1"/>
          </a:solidFill>
          <a:latin typeface="+mn-lt"/>
        </a:defRPr>
      </a:lvl7pPr>
      <a:lvl8pPr marL="3429000" indent="-228600" algn="l" rtl="0" fontAlgn="base">
        <a:spcBef>
          <a:spcPct val="20000"/>
        </a:spcBef>
        <a:spcAft>
          <a:spcPct val="0"/>
        </a:spcAft>
        <a:buFont typeface="Times New Roman" pitchFamily="18" charset="0"/>
        <a:buChar char="–"/>
        <a:defRPr sz="2000">
          <a:solidFill>
            <a:schemeClr val="tx1"/>
          </a:solidFill>
          <a:latin typeface="+mn-lt"/>
        </a:defRPr>
      </a:lvl8pPr>
      <a:lvl9pPr marL="3886200" indent="-228600" algn="l" rtl="0" fontAlgn="base">
        <a:spcBef>
          <a:spcPct val="20000"/>
        </a:spcBef>
        <a:spcAft>
          <a:spcPct val="0"/>
        </a:spcAft>
        <a:buFont typeface="Times New Roman" pitchFamily="18"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4099"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957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10957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10957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panose="020B0604020202020204" pitchFamily="34" charset="0"/>
              </a:defRPr>
            </a:lvl1pPr>
          </a:lstStyle>
          <a:p>
            <a:fld id="{24BC3401-2C83-414D-A5BE-2183B507074E}"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67" r:id="rId1"/>
    <p:sldLayoutId id="2147484068" r:id="rId2"/>
    <p:sldLayoutId id="2147484069" r:id="rId3"/>
    <p:sldLayoutId id="2147484070" r:id="rId4"/>
    <p:sldLayoutId id="2147484071" r:id="rId5"/>
    <p:sldLayoutId id="2147484072" r:id="rId6"/>
    <p:sldLayoutId id="2147484073" r:id="rId7"/>
    <p:sldLayoutId id="2147484074" r:id="rId8"/>
    <p:sldLayoutId id="2147484075" r:id="rId9"/>
    <p:sldLayoutId id="2147484076" r:id="rId10"/>
    <p:sldLayoutId id="2147484077"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E0CBB6"/>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5123"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20836"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120837"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120838"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panose="020B0604020202020204" pitchFamily="34" charset="0"/>
              </a:defRPr>
            </a:lvl1pPr>
          </a:lstStyle>
          <a:p>
            <a:fld id="{4412C2E0-ADAB-478E-9DDD-B904F8E23B5F}"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78" r:id="rId1"/>
    <p:sldLayoutId id="2147484079" r:id="rId2"/>
    <p:sldLayoutId id="2147484080" r:id="rId3"/>
    <p:sldLayoutId id="2147484081" r:id="rId4"/>
    <p:sldLayoutId id="2147484082" r:id="rId5"/>
    <p:sldLayoutId id="2147484083" r:id="rId6"/>
    <p:sldLayoutId id="2147484084" r:id="rId7"/>
    <p:sldLayoutId id="2147484085" r:id="rId8"/>
    <p:sldLayoutId id="2147484086" r:id="rId9"/>
    <p:sldLayoutId id="2147484087" r:id="rId10"/>
    <p:sldLayoutId id="2147484088"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218114" name="Rectangle 2"/>
          <p:cNvSpPr>
            <a:spLocks noGrp="1" noRot="1" noChangeArrowheads="1"/>
          </p:cNvSpPr>
          <p:nvPr>
            <p:ph type="title"/>
          </p:nvPr>
        </p:nvSpPr>
        <p:spPr bwMode="auto">
          <a:xfrm>
            <a:off x="301625" y="228600"/>
            <a:ext cx="8510588" cy="13255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18115" name="Rectangle 3"/>
          <p:cNvSpPr>
            <a:spLocks noGrp="1" noRot="1" noChangeArrowheads="1"/>
          </p:cNvSpPr>
          <p:nvPr>
            <p:ph type="body" idx="1"/>
          </p:nvPr>
        </p:nvSpPr>
        <p:spPr bwMode="auto">
          <a:xfrm>
            <a:off x="301625" y="1676400"/>
            <a:ext cx="8540750" cy="4422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18116" name="Rectangle 4"/>
          <p:cNvSpPr>
            <a:spLocks noGrp="1" noChangeArrowheads="1"/>
          </p:cNvSpPr>
          <p:nvPr>
            <p:ph type="dt" sz="half" idx="2"/>
          </p:nvPr>
        </p:nvSpPr>
        <p:spPr bwMode="auto">
          <a:xfrm>
            <a:off x="3048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effectLst>
                  <a:outerShdw blurRad="38100" dist="38100" dir="2700000" algn="tl">
                    <a:srgbClr val="000000"/>
                  </a:outerShdw>
                </a:effectLst>
                <a:latin typeface="+mn-lt"/>
              </a:defRPr>
            </a:lvl1pPr>
          </a:lstStyle>
          <a:p>
            <a:pPr>
              <a:defRPr/>
            </a:pPr>
            <a:endParaRPr lang="en-US"/>
          </a:p>
        </p:txBody>
      </p:sp>
      <p:sp>
        <p:nvSpPr>
          <p:cNvPr id="218117"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effectLst>
                  <a:outerShdw blurRad="38100" dist="38100" dir="2700000" algn="tl">
                    <a:srgbClr val="000000"/>
                  </a:outerShdw>
                </a:effectLst>
                <a:latin typeface="+mn-lt"/>
              </a:defRPr>
            </a:lvl1pPr>
          </a:lstStyle>
          <a:p>
            <a:pPr>
              <a:defRPr/>
            </a:pPr>
            <a:endParaRPr lang="en-US"/>
          </a:p>
        </p:txBody>
      </p:sp>
      <p:sp>
        <p:nvSpPr>
          <p:cNvPr id="218118" name="Rectangle 6"/>
          <p:cNvSpPr>
            <a:spLocks noGrp="1" noChangeArrowheads="1"/>
          </p:cNvSpPr>
          <p:nvPr>
            <p:ph type="sldNum" sz="quarter" idx="4"/>
          </p:nvPr>
        </p:nvSpPr>
        <p:spPr bwMode="auto">
          <a:xfrm>
            <a:off x="65532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effectLst>
                  <a:outerShdw blurRad="38100" dist="38100" dir="2700000" algn="tl">
                    <a:srgbClr val="000000"/>
                  </a:outerShdw>
                </a:effectLst>
                <a:latin typeface="Arial" panose="020B0604020202020204" pitchFamily="34" charset="0"/>
              </a:defRPr>
            </a:lvl1pPr>
          </a:lstStyle>
          <a:p>
            <a:fld id="{5C17DBBC-4F5B-43AD-890A-A863FB2F058B}"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4089" r:id="rId1"/>
    <p:sldLayoutId id="2147484090" r:id="rId2"/>
    <p:sldLayoutId id="2147484091" r:id="rId3"/>
    <p:sldLayoutId id="2147484092" r:id="rId4"/>
    <p:sldLayoutId id="2147484093" r:id="rId5"/>
    <p:sldLayoutId id="2147484094" r:id="rId6"/>
    <p:sldLayoutId id="2147484095" r:id="rId7"/>
    <p:sldLayoutId id="2147484096" r:id="rId8"/>
    <p:sldLayoutId id="2147484097" r:id="rId9"/>
    <p:sldLayoutId id="2147484098" r:id="rId10"/>
    <p:sldLayoutId id="2147484099" r:id="rId11"/>
    <p:sldLayoutId id="2147484122" r:id="rId12"/>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Rectangle 3"/>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7172" name="Rectangle 4"/>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223237" name="Rectangle 5"/>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0" hangingPunct="0">
              <a:defRPr sz="1400">
                <a:latin typeface="+mn-lt"/>
                <a:ea typeface="+mn-ea"/>
              </a:defRPr>
            </a:lvl1pPr>
          </a:lstStyle>
          <a:p>
            <a:pPr>
              <a:defRPr/>
            </a:pPr>
            <a:endParaRPr lang="en-US"/>
          </a:p>
        </p:txBody>
      </p:sp>
      <p:sp>
        <p:nvSpPr>
          <p:cNvPr id="223238"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eaLnBrk="0" hangingPunct="0">
              <a:defRPr sz="1400">
                <a:latin typeface="+mn-lt"/>
                <a:ea typeface="+mn-ea"/>
              </a:defRPr>
            </a:lvl1pPr>
          </a:lstStyle>
          <a:p>
            <a:pPr>
              <a:defRPr/>
            </a:pPr>
            <a:endParaRPr lang="en-US"/>
          </a:p>
        </p:txBody>
      </p:sp>
      <p:sp>
        <p:nvSpPr>
          <p:cNvPr id="223239" name="Rectangle 7"/>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0" hangingPunct="0">
              <a:defRPr sz="1400">
                <a:latin typeface="Arial" panose="020B0604020202020204" pitchFamily="34" charset="0"/>
              </a:defRPr>
            </a:lvl1pPr>
          </a:lstStyle>
          <a:p>
            <a:fld id="{49D76DA1-77A5-49B6-A983-CACBA57F0011}"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123"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charset="0"/>
          <a:ea typeface="ＭＳ Ｐゴシック" pitchFamily="116" charset="-128"/>
        </a:defRPr>
      </a:lvl2pPr>
      <a:lvl3pPr algn="ctr" rtl="0" eaLnBrk="0" fontAlgn="base" hangingPunct="0">
        <a:spcBef>
          <a:spcPct val="0"/>
        </a:spcBef>
        <a:spcAft>
          <a:spcPct val="0"/>
        </a:spcAft>
        <a:defRPr kumimoji="1" sz="4400">
          <a:solidFill>
            <a:schemeClr val="tx2"/>
          </a:solidFill>
          <a:latin typeface="Arial" charset="0"/>
          <a:ea typeface="ＭＳ Ｐゴシック" pitchFamily="116" charset="-128"/>
        </a:defRPr>
      </a:lvl3pPr>
      <a:lvl4pPr algn="ctr" rtl="0" eaLnBrk="0" fontAlgn="base" hangingPunct="0">
        <a:spcBef>
          <a:spcPct val="0"/>
        </a:spcBef>
        <a:spcAft>
          <a:spcPct val="0"/>
        </a:spcAft>
        <a:defRPr kumimoji="1" sz="4400">
          <a:solidFill>
            <a:schemeClr val="tx2"/>
          </a:solidFill>
          <a:latin typeface="Arial" charset="0"/>
          <a:ea typeface="ＭＳ Ｐゴシック" pitchFamily="116" charset="-128"/>
        </a:defRPr>
      </a:lvl4pPr>
      <a:lvl5pPr algn="ctr" rtl="0" eaLnBrk="0" fontAlgn="base" hangingPunct="0">
        <a:spcBef>
          <a:spcPct val="0"/>
        </a:spcBef>
        <a:spcAft>
          <a:spcPct val="0"/>
        </a:spcAft>
        <a:defRPr kumimoji="1" sz="4400">
          <a:solidFill>
            <a:schemeClr val="tx2"/>
          </a:solidFill>
          <a:latin typeface="Arial" charset="0"/>
          <a:ea typeface="ＭＳ Ｐゴシック" pitchFamily="116" charset="-128"/>
        </a:defRPr>
      </a:lvl5pPr>
      <a:lvl6pPr marL="457200" algn="ctr" rtl="0" fontAlgn="base">
        <a:spcBef>
          <a:spcPct val="0"/>
        </a:spcBef>
        <a:spcAft>
          <a:spcPct val="0"/>
        </a:spcAft>
        <a:defRPr kumimoji="1" sz="4400">
          <a:solidFill>
            <a:schemeClr val="tx2"/>
          </a:solidFill>
          <a:latin typeface="Arial" charset="0"/>
          <a:ea typeface="ＭＳ Ｐゴシック" pitchFamily="116" charset="-128"/>
        </a:defRPr>
      </a:lvl6pPr>
      <a:lvl7pPr marL="914400" algn="ctr" rtl="0" fontAlgn="base">
        <a:spcBef>
          <a:spcPct val="0"/>
        </a:spcBef>
        <a:spcAft>
          <a:spcPct val="0"/>
        </a:spcAft>
        <a:defRPr kumimoji="1" sz="4400">
          <a:solidFill>
            <a:schemeClr val="tx2"/>
          </a:solidFill>
          <a:latin typeface="Arial" charset="0"/>
          <a:ea typeface="ＭＳ Ｐゴシック" pitchFamily="116" charset="-128"/>
        </a:defRPr>
      </a:lvl7pPr>
      <a:lvl8pPr marL="1371600" algn="ctr" rtl="0" fontAlgn="base">
        <a:spcBef>
          <a:spcPct val="0"/>
        </a:spcBef>
        <a:spcAft>
          <a:spcPct val="0"/>
        </a:spcAft>
        <a:defRPr kumimoji="1" sz="4400">
          <a:solidFill>
            <a:schemeClr val="tx2"/>
          </a:solidFill>
          <a:latin typeface="Arial" charset="0"/>
          <a:ea typeface="ＭＳ Ｐゴシック" pitchFamily="116" charset="-128"/>
        </a:defRPr>
      </a:lvl8pPr>
      <a:lvl9pPr marL="1828800" algn="ctr" rtl="0" fontAlgn="base">
        <a:spcBef>
          <a:spcPct val="0"/>
        </a:spcBef>
        <a:spcAft>
          <a:spcPct val="0"/>
        </a:spcAft>
        <a:defRPr kumimoji="1" sz="4400">
          <a:solidFill>
            <a:schemeClr val="tx2"/>
          </a:solidFill>
          <a:latin typeface="Arial" charset="0"/>
          <a:ea typeface="ＭＳ Ｐゴシック" pitchFamily="116" charset="-128"/>
        </a:defRPr>
      </a:lvl9pPr>
    </p:titleStyle>
    <p:bodyStyle>
      <a:lvl1pPr marL="342900" indent="-342900" algn="l" rtl="0" eaLnBrk="0" fontAlgn="base" hangingPunct="0">
        <a:spcBef>
          <a:spcPct val="20000"/>
        </a:spcBef>
        <a:spcAft>
          <a:spcPct val="0"/>
        </a:spcAft>
        <a:buBlip>
          <a:blip r:embed="rId14"/>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bwMode="auto">
          <a:xfrm>
            <a:off x="301625" y="228600"/>
            <a:ext cx="8510588"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8195" name="Rectangle 3"/>
          <p:cNvSpPr>
            <a:spLocks noGrp="1" noRot="1" noChangeArrowheads="1"/>
          </p:cNvSpPr>
          <p:nvPr>
            <p:ph type="body" idx="1"/>
          </p:nvPr>
        </p:nvSpPr>
        <p:spPr bwMode="auto">
          <a:xfrm>
            <a:off x="301625" y="1676400"/>
            <a:ext cx="8540750" cy="442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4340" name="Rectangle 4"/>
          <p:cNvSpPr>
            <a:spLocks noGrp="1" noChangeArrowheads="1"/>
          </p:cNvSpPr>
          <p:nvPr>
            <p:ph type="dt" sz="half" idx="2"/>
          </p:nvPr>
        </p:nvSpPr>
        <p:spPr bwMode="auto">
          <a:xfrm>
            <a:off x="3048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solidFill>
                  <a:schemeClr val="tx1"/>
                </a:solidFill>
                <a:effectLst>
                  <a:outerShdw blurRad="38100" dist="38100" dir="2700000" algn="tl">
                    <a:srgbClr val="000000"/>
                  </a:outerShdw>
                </a:effectLst>
                <a:latin typeface="+mn-lt"/>
              </a:defRPr>
            </a:lvl1pPr>
          </a:lstStyle>
          <a:p>
            <a:pPr>
              <a:defRPr/>
            </a:pPr>
            <a:endParaRPr lang="en-US"/>
          </a:p>
        </p:txBody>
      </p:sp>
      <p:sp>
        <p:nvSpPr>
          <p:cNvPr id="1434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solidFill>
                  <a:schemeClr val="tx1"/>
                </a:solidFill>
                <a:effectLst>
                  <a:outerShdw blurRad="38100" dist="38100" dir="2700000" algn="tl">
                    <a:srgbClr val="000000"/>
                  </a:outerShdw>
                </a:effectLst>
                <a:latin typeface="+mn-lt"/>
              </a:defRPr>
            </a:lvl1pPr>
          </a:lstStyle>
          <a:p>
            <a:pPr>
              <a:defRPr/>
            </a:pPr>
            <a:endParaRPr lang="en-US"/>
          </a:p>
        </p:txBody>
      </p:sp>
      <p:sp>
        <p:nvSpPr>
          <p:cNvPr id="14342" name="Rectangle 6"/>
          <p:cNvSpPr>
            <a:spLocks noGrp="1" noChangeArrowheads="1"/>
          </p:cNvSpPr>
          <p:nvPr>
            <p:ph type="sldNum" sz="quarter" idx="4"/>
          </p:nvPr>
        </p:nvSpPr>
        <p:spPr bwMode="auto">
          <a:xfrm>
            <a:off x="65532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effectLst>
                  <a:outerShdw blurRad="38100" dist="38100" dir="2700000" algn="tl">
                    <a:srgbClr val="000000"/>
                  </a:outerShdw>
                </a:effectLst>
                <a:latin typeface="Arial" panose="020B0604020202020204" pitchFamily="34" charset="0"/>
              </a:defRPr>
            </a:lvl1pPr>
          </a:lstStyle>
          <a:p>
            <a:fld id="{2E0072E5-DC42-4AA9-8C28-2EBF043D9811}"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4110" r:id="rId1"/>
    <p:sldLayoutId id="2147484111" r:id="rId2"/>
    <p:sldLayoutId id="2147484112" r:id="rId3"/>
    <p:sldLayoutId id="2147484113" r:id="rId4"/>
    <p:sldLayoutId id="2147484114" r:id="rId5"/>
    <p:sldLayoutId id="2147484115" r:id="rId6"/>
    <p:sldLayoutId id="2147484116" r:id="rId7"/>
    <p:sldLayoutId id="2147484117" r:id="rId8"/>
    <p:sldLayoutId id="2147484118" r:id="rId9"/>
    <p:sldLayoutId id="2147484119" r:id="rId10"/>
    <p:sldLayoutId id="2147484120" r:id="rId11"/>
  </p:sldLayoutIdLst>
  <p:transition/>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hemeOverride" Target="../theme/themeOverride2.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hemeOverride" Target="../theme/themeOverride7.xml"/><Relationship Id="rId5" Type="http://schemas.openxmlformats.org/officeDocument/2006/relationships/image" Target="../media/image8.png"/><Relationship Id="rId4" Type="http://schemas.openxmlformats.org/officeDocument/2006/relationships/hyperlink" Target="http://www.who.int/tdr/diseases/malaria/images/lifecycle.gif"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themeOverride" Target="../theme/themeOverride8.xml"/><Relationship Id="rId5" Type="http://schemas.openxmlformats.org/officeDocument/2006/relationships/image" Target="../media/image8.png"/><Relationship Id="rId4" Type="http://schemas.openxmlformats.org/officeDocument/2006/relationships/hyperlink" Target="http://www.who.int/tdr/diseases/malaria/images/lifecycle.gif"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4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9.xml"/><Relationship Id="rId1" Type="http://schemas.openxmlformats.org/officeDocument/2006/relationships/slideLayout" Target="../slideLayouts/slideLayout4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7.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75.xml"/><Relationship Id="rId5" Type="http://schemas.openxmlformats.org/officeDocument/2006/relationships/image" Target="../media/image14.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22.xml"/><Relationship Id="rId1" Type="http://schemas.openxmlformats.org/officeDocument/2006/relationships/slideLayout" Target="../slideLayouts/slideLayout59.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57.xml"/><Relationship Id="rId2" Type="http://schemas.openxmlformats.org/officeDocument/2006/relationships/control" Target="../activeX/activeX1.xml"/><Relationship Id="rId1" Type="http://schemas.openxmlformats.org/officeDocument/2006/relationships/vmlDrawing" Target="../drawings/vmlDrawing1.vml"/><Relationship Id="rId5" Type="http://schemas.openxmlformats.org/officeDocument/2006/relationships/image" Target="../media/image16.wmf"/><Relationship Id="rId4"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27.xml"/><Relationship Id="rId1" Type="http://schemas.openxmlformats.org/officeDocument/2006/relationships/slideLayout" Target="../slideLayouts/slideLayout47.xml"/><Relationship Id="rId4" Type="http://schemas.openxmlformats.org/officeDocument/2006/relationships/image" Target="../media/image18.jpe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49.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xfrm>
            <a:off x="685800" y="381000"/>
            <a:ext cx="7772400" cy="1470025"/>
          </a:xfrm>
        </p:spPr>
        <p:txBody>
          <a:bodyPr/>
          <a:lstStyle/>
          <a:p>
            <a:pPr eaLnBrk="1" hangingPunct="1"/>
            <a:r>
              <a:rPr lang="en-US" altLang="en-US" sz="5400" smtClean="0"/>
              <a:t>Presentation Suggestions</a:t>
            </a:r>
          </a:p>
        </p:txBody>
      </p:sp>
      <p:sp>
        <p:nvSpPr>
          <p:cNvPr id="12291" name="Rectangle 9"/>
          <p:cNvSpPr>
            <a:spLocks noGrp="1" noChangeArrowheads="1"/>
          </p:cNvSpPr>
          <p:nvPr>
            <p:ph type="subTitle" idx="1"/>
          </p:nvPr>
        </p:nvSpPr>
        <p:spPr>
          <a:xfrm>
            <a:off x="0" y="1752600"/>
            <a:ext cx="9144000" cy="1752600"/>
          </a:xfrm>
        </p:spPr>
        <p:txBody>
          <a:bodyPr/>
          <a:lstStyle/>
          <a:p>
            <a:pPr eaLnBrk="1" hangingPunct="1"/>
            <a:r>
              <a:rPr lang="en-US" altLang="en-US" sz="2800" smtClean="0"/>
              <a:t>Dr. Burnett and Dr. Singiser</a:t>
            </a:r>
          </a:p>
          <a:p>
            <a:pPr eaLnBrk="1" hangingPunct="1"/>
            <a:r>
              <a:rPr lang="en-US" altLang="en-US" sz="2400" smtClean="0"/>
              <a:t>BIOL/CHEM 4900</a:t>
            </a:r>
          </a:p>
        </p:txBody>
      </p:sp>
      <p:pic>
        <p:nvPicPr>
          <p:cNvPr id="12292" name="Picture 4" descr="Pumpki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3048000"/>
            <a:ext cx="4191000" cy="314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Text Box 5"/>
          <p:cNvSpPr txBox="1">
            <a:spLocks noChangeArrowheads="1"/>
          </p:cNvSpPr>
          <p:nvPr/>
        </p:nvSpPr>
        <p:spPr bwMode="auto">
          <a:xfrm>
            <a:off x="4870450" y="6172200"/>
            <a:ext cx="19113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900"/>
              <a:t>Photo courtesy of Dr. Nickie Cauthen</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85800" y="304800"/>
            <a:ext cx="3352800" cy="1371600"/>
          </a:xfrm>
        </p:spPr>
        <p:txBody>
          <a:bodyPr/>
          <a:lstStyle/>
          <a:p>
            <a:pPr eaLnBrk="1" hangingPunct="1"/>
            <a:r>
              <a:rPr lang="en-US" altLang="en-US" sz="4000" smtClean="0"/>
              <a:t>A Sad Day on Sesame Street </a:t>
            </a:r>
          </a:p>
        </p:txBody>
      </p:sp>
      <p:sp>
        <p:nvSpPr>
          <p:cNvPr id="13315" name="Rectangle 7"/>
          <p:cNvSpPr>
            <a:spLocks noGrp="1" noChangeArrowheads="1"/>
          </p:cNvSpPr>
          <p:nvPr>
            <p:ph type="body" sz="half" idx="1"/>
          </p:nvPr>
        </p:nvSpPr>
        <p:spPr>
          <a:xfrm>
            <a:off x="685800" y="2286000"/>
            <a:ext cx="3810000" cy="3810000"/>
          </a:xfrm>
        </p:spPr>
        <p:txBody>
          <a:bodyPr/>
          <a:lstStyle/>
          <a:p>
            <a:pPr eaLnBrk="1" hangingPunct="1"/>
            <a:r>
              <a:rPr lang="en-US" altLang="en-US" sz="2800" smtClean="0"/>
              <a:t>Citing your images</a:t>
            </a:r>
          </a:p>
          <a:p>
            <a:pPr eaLnBrk="1" hangingPunct="1"/>
            <a:r>
              <a:rPr lang="en-US" altLang="en-US" sz="2800" smtClean="0"/>
              <a:t>Use small print</a:t>
            </a:r>
          </a:p>
        </p:txBody>
      </p:sp>
      <p:sp>
        <p:nvSpPr>
          <p:cNvPr id="13316" name="Rectangle 3"/>
          <p:cNvSpPr>
            <a:spLocks noChangeArrowheads="1"/>
          </p:cNvSpPr>
          <p:nvPr/>
        </p:nvSpPr>
        <p:spPr bwMode="auto">
          <a:xfrm>
            <a:off x="4572000" y="6324600"/>
            <a:ext cx="4343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000"/>
              <a:t>http://www.bilibala.com/veryveryfunny/html/jokedata/sadday.html </a:t>
            </a:r>
            <a:endParaRPr lang="en-US" altLang="en-US"/>
          </a:p>
        </p:txBody>
      </p:sp>
      <p:pic>
        <p:nvPicPr>
          <p:cNvPr id="13317" name="Picture 9" descr="Sad Day"/>
          <p:cNvPicPr>
            <a:picLocks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4648200" y="304800"/>
            <a:ext cx="4132263" cy="6019800"/>
          </a:xfrm>
          <a:noFill/>
        </p:spPr>
      </p:pic>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smtClean="0"/>
              <a:t>Example of a Bad Color Scheme</a:t>
            </a:r>
          </a:p>
        </p:txBody>
      </p:sp>
      <p:sp>
        <p:nvSpPr>
          <p:cNvPr id="14339" name="Rectangle 3"/>
          <p:cNvSpPr>
            <a:spLocks noGrp="1" noChangeArrowheads="1"/>
          </p:cNvSpPr>
          <p:nvPr>
            <p:ph type="body" idx="1"/>
          </p:nvPr>
        </p:nvSpPr>
        <p:spPr/>
        <p:txBody>
          <a:bodyPr/>
          <a:lstStyle/>
          <a:p>
            <a:pPr eaLnBrk="1" hangingPunct="1">
              <a:lnSpc>
                <a:spcPct val="90000"/>
              </a:lnSpc>
            </a:pPr>
            <a:r>
              <a:rPr lang="en-US" altLang="en-US" smtClean="0"/>
              <a:t>Fonts in the same color family as the background do not show up well.</a:t>
            </a:r>
          </a:p>
          <a:p>
            <a:pPr eaLnBrk="1" hangingPunct="1">
              <a:lnSpc>
                <a:spcPct val="90000"/>
              </a:lnSpc>
            </a:pPr>
            <a:r>
              <a:rPr lang="en-US" altLang="en-US" smtClean="0"/>
              <a:t>Here are some tips for good color combinations</a:t>
            </a:r>
          </a:p>
          <a:p>
            <a:pPr lvl="1" eaLnBrk="1" hangingPunct="1">
              <a:lnSpc>
                <a:spcPct val="90000"/>
              </a:lnSpc>
            </a:pPr>
            <a:r>
              <a:rPr lang="en-US" altLang="en-US" smtClean="0"/>
              <a:t>Use the Design Templates</a:t>
            </a:r>
          </a:p>
          <a:p>
            <a:pPr lvl="2" eaLnBrk="1" hangingPunct="1">
              <a:lnSpc>
                <a:spcPct val="90000"/>
              </a:lnSpc>
            </a:pPr>
            <a:r>
              <a:rPr lang="en-US" altLang="en-US" smtClean="0"/>
              <a:t>Go under the format menu and select Slide Design</a:t>
            </a:r>
          </a:p>
          <a:p>
            <a:pPr lvl="1" eaLnBrk="1" hangingPunct="1">
              <a:lnSpc>
                <a:spcPct val="90000"/>
              </a:lnSpc>
            </a:pPr>
            <a:r>
              <a:rPr lang="en-US" altLang="en-US" smtClean="0"/>
              <a:t>Use the Standard Color schemes</a:t>
            </a:r>
          </a:p>
          <a:p>
            <a:pPr lvl="2" eaLnBrk="1" hangingPunct="1">
              <a:lnSpc>
                <a:spcPct val="90000"/>
              </a:lnSpc>
            </a:pPr>
            <a:r>
              <a:rPr lang="en-US" altLang="en-US" smtClean="0"/>
              <a:t>You can’t go wrong with the dark blue background and yellow or white text</a:t>
            </a:r>
          </a:p>
        </p:txBody>
      </p:sp>
    </p:spTree>
  </p:cSld>
  <p:clrMapOvr>
    <a:overrideClrMapping bg1="lt1" tx1="dk1" bg2="lt2" tx2="dk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66FF"/>
            </a:gs>
            <a:gs pos="100000">
              <a:srgbClr val="001636"/>
            </a:gs>
          </a:gsLst>
          <a:lin ang="5400000" scaled="1"/>
        </a:gra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smtClean="0">
                <a:solidFill>
                  <a:srgbClr val="000000"/>
                </a:solidFill>
              </a:rPr>
              <a:t>Another Bad Color Scheme</a:t>
            </a:r>
          </a:p>
        </p:txBody>
      </p:sp>
      <p:sp>
        <p:nvSpPr>
          <p:cNvPr id="15363" name="Rectangle 3"/>
          <p:cNvSpPr>
            <a:spLocks noGrp="1" noChangeArrowheads="1"/>
          </p:cNvSpPr>
          <p:nvPr>
            <p:ph type="body" idx="1"/>
          </p:nvPr>
        </p:nvSpPr>
        <p:spPr>
          <a:xfrm>
            <a:off x="457200" y="1600200"/>
            <a:ext cx="8229600" cy="4876800"/>
          </a:xfrm>
        </p:spPr>
        <p:txBody>
          <a:bodyPr/>
          <a:lstStyle/>
          <a:p>
            <a:pPr eaLnBrk="1" hangingPunct="1">
              <a:lnSpc>
                <a:spcPct val="90000"/>
              </a:lnSpc>
            </a:pPr>
            <a:r>
              <a:rPr lang="en-US" altLang="en-US" smtClean="0">
                <a:solidFill>
                  <a:srgbClr val="000000"/>
                </a:solidFill>
              </a:rPr>
              <a:t>Dark text on dark background</a:t>
            </a:r>
          </a:p>
          <a:p>
            <a:pPr eaLnBrk="1" hangingPunct="1">
              <a:lnSpc>
                <a:spcPct val="90000"/>
              </a:lnSpc>
            </a:pPr>
            <a:r>
              <a:rPr lang="en-US" altLang="en-US" smtClean="0">
                <a:solidFill>
                  <a:srgbClr val="000000"/>
                </a:solidFill>
              </a:rPr>
              <a:t>Beware of shaded backgrounds</a:t>
            </a: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r>
              <a:rPr lang="en-US" altLang="en-US" smtClean="0">
                <a:solidFill>
                  <a:srgbClr val="000000"/>
                </a:solidFill>
              </a:rPr>
              <a:t>The dark text is harder to read down here</a:t>
            </a:r>
          </a:p>
        </p:txBody>
      </p:sp>
    </p:spTree>
  </p:cSld>
  <p:clrMapOvr>
    <a:masterClrMapping/>
  </p:clrMapOvr>
  <p:transition>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FF"/>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smtClean="0">
                <a:solidFill>
                  <a:srgbClr val="FFFF00"/>
                </a:solidFill>
              </a:rPr>
              <a:t>Distracting Backgrounds</a:t>
            </a:r>
          </a:p>
        </p:txBody>
      </p:sp>
      <p:sp>
        <p:nvSpPr>
          <p:cNvPr id="16387" name="Rectangle 3"/>
          <p:cNvSpPr>
            <a:spLocks noGrp="1" noChangeArrowheads="1"/>
          </p:cNvSpPr>
          <p:nvPr>
            <p:ph type="body" idx="1"/>
          </p:nvPr>
        </p:nvSpPr>
        <p:spPr/>
        <p:txBody>
          <a:bodyPr/>
          <a:lstStyle/>
          <a:p>
            <a:pPr eaLnBrk="1" hangingPunct="1"/>
            <a:r>
              <a:rPr lang="en-US" altLang="en-US" smtClean="0">
                <a:solidFill>
                  <a:schemeClr val="bg1"/>
                </a:solidFill>
              </a:rPr>
              <a:t>Color</a:t>
            </a:r>
          </a:p>
          <a:p>
            <a:pPr lvl="1" eaLnBrk="1" hangingPunct="1"/>
            <a:r>
              <a:rPr lang="en-US" altLang="en-US" smtClean="0">
                <a:solidFill>
                  <a:schemeClr val="bg1"/>
                </a:solidFill>
              </a:rPr>
              <a:t>Too bright</a:t>
            </a:r>
          </a:p>
          <a:p>
            <a:pPr lvl="1" eaLnBrk="1" hangingPunct="1"/>
            <a:r>
              <a:rPr lang="en-US" altLang="en-US" smtClean="0">
                <a:solidFill>
                  <a:schemeClr val="bg1"/>
                </a:solidFill>
              </a:rPr>
              <a:t>Not enough contrast</a:t>
            </a:r>
          </a:p>
          <a:p>
            <a:pPr lvl="1" eaLnBrk="1" hangingPunct="1"/>
            <a:r>
              <a:rPr lang="en-US" altLang="en-US" smtClean="0">
                <a:solidFill>
                  <a:schemeClr val="bg1"/>
                </a:solidFill>
              </a:rPr>
              <a:t>Some colors will look different when projected</a:t>
            </a:r>
          </a:p>
          <a:p>
            <a:pPr eaLnBrk="1" hangingPunct="1"/>
            <a:r>
              <a:rPr lang="en-US" altLang="en-US" smtClean="0">
                <a:solidFill>
                  <a:schemeClr val="bg1"/>
                </a:solidFill>
              </a:rPr>
              <a:t>Distracting designs</a:t>
            </a:r>
          </a:p>
          <a:p>
            <a:pPr eaLnBrk="1" hangingPunct="1"/>
            <a:endParaRPr lang="en-US" altLang="en-US" smtClean="0">
              <a:solidFill>
                <a:schemeClr val="bg1"/>
              </a:solidFill>
            </a:endParaRPr>
          </a:p>
        </p:txBody>
      </p:sp>
    </p:spTree>
  </p:cSld>
  <p:clrMapOvr>
    <a:masterClrMapping/>
  </p:clrMapOvr>
  <p:transition>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chammo49-ledi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533400"/>
            <a:ext cx="440055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1" name="Picture 3" descr="chammo49-ledi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533400"/>
            <a:ext cx="440055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0" name="Rectangle 4"/>
          <p:cNvSpPr>
            <a:spLocks noGrp="1" noChangeArrowheads="1"/>
          </p:cNvSpPr>
          <p:nvPr>
            <p:ph type="title"/>
          </p:nvPr>
        </p:nvSpPr>
        <p:spPr/>
        <p:txBody>
          <a:bodyPr/>
          <a:lstStyle/>
          <a:p>
            <a:pPr algn="l" eaLnBrk="1" hangingPunct="1">
              <a:defRPr/>
            </a:pPr>
            <a:r>
              <a:rPr lang="en-US" smtClean="0">
                <a:solidFill>
                  <a:srgbClr val="58764E"/>
                </a:solidFill>
                <a:effectLst>
                  <a:outerShdw blurRad="38100" dist="38100" dir="2700000" algn="tl">
                    <a:srgbClr val="000000"/>
                  </a:outerShdw>
                </a:effectLst>
                <a:latin typeface="Book Antiqua" pitchFamily="18" charset="0"/>
              </a:rPr>
              <a:t>Regulation of Herbs and Drugs</a:t>
            </a:r>
          </a:p>
        </p:txBody>
      </p:sp>
      <p:sp>
        <p:nvSpPr>
          <p:cNvPr id="121861" name="Rectangle 5"/>
          <p:cNvSpPr>
            <a:spLocks noGrp="1" noChangeArrowheads="1"/>
          </p:cNvSpPr>
          <p:nvPr>
            <p:ph type="body" idx="1"/>
          </p:nvPr>
        </p:nvSpPr>
        <p:spPr/>
        <p:txBody>
          <a:bodyPr/>
          <a:lstStyle/>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Regulation varies from country to country </a:t>
            </a:r>
          </a:p>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Herbs are classified as dietary supplements in United States</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Manufacturers are limited in claims they can make</a:t>
            </a:r>
          </a:p>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US Regulating Agencies</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American Herbal Products Association</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Natural Nutritional Foods Association</a:t>
            </a:r>
          </a:p>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Safety with herbs</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Be informed</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Dosage</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Side effects</a:t>
            </a:r>
          </a:p>
        </p:txBody>
      </p:sp>
    </p:spTree>
  </p:cSld>
  <p:clrMapOvr>
    <a:masterClrMapping/>
  </p:clrMapOvr>
  <p:transition>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04800" y="609600"/>
            <a:ext cx="8534400" cy="1143000"/>
          </a:xfrm>
        </p:spPr>
        <p:txBody>
          <a:bodyPr/>
          <a:lstStyle/>
          <a:p>
            <a:pPr eaLnBrk="1" hangingPunct="1"/>
            <a:r>
              <a:rPr lang="en-US" altLang="en-US" smtClean="0"/>
              <a:t>Text on Slides</a:t>
            </a:r>
          </a:p>
        </p:txBody>
      </p:sp>
      <p:sp>
        <p:nvSpPr>
          <p:cNvPr id="18435" name="Rectangle 3"/>
          <p:cNvSpPr>
            <a:spLocks noGrp="1" noChangeArrowheads="1"/>
          </p:cNvSpPr>
          <p:nvPr>
            <p:ph type="body" idx="1"/>
          </p:nvPr>
        </p:nvSpPr>
        <p:spPr/>
        <p:txBody>
          <a:bodyPr/>
          <a:lstStyle/>
          <a:p>
            <a:pPr eaLnBrk="1" hangingPunct="1"/>
            <a:r>
              <a:rPr lang="en-US" altLang="en-US" smtClean="0"/>
              <a:t>How much text should be on a slide?</a:t>
            </a:r>
          </a:p>
          <a:p>
            <a:pPr eaLnBrk="1" hangingPunct="1"/>
            <a:r>
              <a:rPr lang="en-US" altLang="en-US" smtClean="0"/>
              <a:t>Presentation vs. lecture</a:t>
            </a:r>
          </a:p>
          <a:p>
            <a:pPr eaLnBrk="1" hangingPunct="1"/>
            <a:r>
              <a:rPr lang="en-US" altLang="en-US" smtClean="0"/>
              <a:t>Bullet points</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447800" y="304800"/>
            <a:ext cx="6096000" cy="1524000"/>
          </a:xfrm>
        </p:spPr>
        <p:txBody>
          <a:bodyPr/>
          <a:lstStyle/>
          <a:p>
            <a:pPr eaLnBrk="1" hangingPunct="1"/>
            <a:r>
              <a:rPr lang="en-US" altLang="en-US" smtClean="0"/>
              <a:t>Decorating Your House for Halloween</a:t>
            </a:r>
          </a:p>
        </p:txBody>
      </p:sp>
      <p:sp>
        <p:nvSpPr>
          <p:cNvPr id="19459" name="Rectangle 3"/>
          <p:cNvSpPr>
            <a:spLocks noGrp="1" noChangeArrowheads="1"/>
          </p:cNvSpPr>
          <p:nvPr>
            <p:ph type="body" idx="1"/>
          </p:nvPr>
        </p:nvSpPr>
        <p:spPr/>
        <p:txBody>
          <a:bodyPr/>
          <a:lstStyle/>
          <a:p>
            <a:pPr eaLnBrk="1" hangingPunct="1"/>
            <a:r>
              <a:rPr lang="en-US" altLang="en-US" sz="2000" smtClean="0"/>
              <a:t>It is important to decorate your house for Halloween so that children can find who is giving out candy.  If your house isn’t decorated then kids won’t come to your house.</a:t>
            </a:r>
          </a:p>
          <a:p>
            <a:pPr eaLnBrk="1" hangingPunct="1"/>
            <a:r>
              <a:rPr lang="en-US" altLang="en-US" sz="2000" smtClean="0"/>
              <a:t>Spooky decorations are fun, but they may scare the smaller kids away.</a:t>
            </a:r>
          </a:p>
          <a:p>
            <a:pPr eaLnBrk="1" hangingPunct="1"/>
            <a:r>
              <a:rPr lang="en-US" altLang="en-US" sz="2000" smtClean="0"/>
              <a:t>Cheesy decorations can be found EVERYWHERE  and most people love them.  </a:t>
            </a:r>
          </a:p>
          <a:p>
            <a:pPr eaLnBrk="1" hangingPunct="1"/>
            <a:r>
              <a:rPr lang="en-US" altLang="en-US" sz="2000" smtClean="0"/>
              <a:t>Funny decorations can be offensive to some so be careful.  Make sure they are politically correct and clean.</a:t>
            </a:r>
          </a:p>
          <a:p>
            <a:pPr eaLnBrk="1" hangingPunct="1"/>
            <a:r>
              <a:rPr lang="en-US" altLang="en-US" sz="2000" smtClean="0"/>
              <a:t>Homemade decorations are the cheapest and they are fun to make.  You can make spooky, cheesy and funny decorations for ½ the cost of buying them.</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0" y="152400"/>
            <a:ext cx="9144000" cy="1143000"/>
          </a:xfrm>
        </p:spPr>
        <p:txBody>
          <a:bodyPr/>
          <a:lstStyle/>
          <a:p>
            <a:pPr eaLnBrk="1" hangingPunct="1"/>
            <a:r>
              <a:rPr lang="en-US" altLang="en-US" smtClean="0"/>
              <a:t>Halloween Decorations</a:t>
            </a:r>
          </a:p>
        </p:txBody>
      </p:sp>
      <p:sp>
        <p:nvSpPr>
          <p:cNvPr id="8195" name="Rectangle 3"/>
          <p:cNvSpPr>
            <a:spLocks noGrp="1" noChangeArrowheads="1"/>
          </p:cNvSpPr>
          <p:nvPr>
            <p:ph type="body" idx="1"/>
          </p:nvPr>
        </p:nvSpPr>
        <p:spPr>
          <a:xfrm>
            <a:off x="685800" y="1447800"/>
            <a:ext cx="3505200" cy="5105400"/>
          </a:xfrm>
        </p:spPr>
        <p:txBody>
          <a:bodyPr/>
          <a:lstStyle/>
          <a:p>
            <a:pPr eaLnBrk="1" hangingPunct="1">
              <a:lnSpc>
                <a:spcPct val="80000"/>
              </a:lnSpc>
            </a:pPr>
            <a:r>
              <a:rPr lang="en-US" altLang="en-US" sz="2400" smtClean="0"/>
              <a:t>Importance</a:t>
            </a:r>
          </a:p>
          <a:p>
            <a:pPr lvl="1" eaLnBrk="1" hangingPunct="1">
              <a:lnSpc>
                <a:spcPct val="80000"/>
              </a:lnSpc>
            </a:pPr>
            <a:r>
              <a:rPr lang="en-US" altLang="en-US" sz="2000" smtClean="0"/>
              <a:t>Spirit</a:t>
            </a:r>
          </a:p>
          <a:p>
            <a:pPr lvl="1" eaLnBrk="1" hangingPunct="1">
              <a:lnSpc>
                <a:spcPct val="80000"/>
              </a:lnSpc>
            </a:pPr>
            <a:r>
              <a:rPr lang="en-US" altLang="en-US" sz="2000" smtClean="0"/>
              <a:t>Marking your house</a:t>
            </a:r>
          </a:p>
          <a:p>
            <a:pPr eaLnBrk="1" hangingPunct="1">
              <a:lnSpc>
                <a:spcPct val="80000"/>
              </a:lnSpc>
            </a:pPr>
            <a:r>
              <a:rPr lang="en-US" altLang="en-US" sz="2400" smtClean="0"/>
              <a:t>Types of Decorations</a:t>
            </a:r>
          </a:p>
          <a:p>
            <a:pPr lvl="1" eaLnBrk="1" hangingPunct="1">
              <a:lnSpc>
                <a:spcPct val="80000"/>
              </a:lnSpc>
            </a:pPr>
            <a:r>
              <a:rPr lang="en-US" altLang="en-US" sz="2000" smtClean="0"/>
              <a:t>Spooky</a:t>
            </a:r>
          </a:p>
          <a:p>
            <a:pPr lvl="2" eaLnBrk="1" hangingPunct="1">
              <a:lnSpc>
                <a:spcPct val="80000"/>
              </a:lnSpc>
            </a:pPr>
            <a:r>
              <a:rPr lang="en-US" altLang="en-US" sz="1800" smtClean="0"/>
              <a:t>Frightening</a:t>
            </a:r>
          </a:p>
          <a:p>
            <a:pPr lvl="2" eaLnBrk="1" hangingPunct="1">
              <a:lnSpc>
                <a:spcPct val="80000"/>
              </a:lnSpc>
            </a:pPr>
            <a:r>
              <a:rPr lang="en-US" altLang="en-US" sz="1800" smtClean="0"/>
              <a:t>Hard to find</a:t>
            </a:r>
          </a:p>
          <a:p>
            <a:pPr lvl="1" eaLnBrk="1" hangingPunct="1">
              <a:lnSpc>
                <a:spcPct val="80000"/>
              </a:lnSpc>
            </a:pPr>
            <a:r>
              <a:rPr lang="en-US" altLang="en-US" sz="2000" smtClean="0"/>
              <a:t>Cheesy</a:t>
            </a:r>
          </a:p>
          <a:p>
            <a:pPr lvl="2" eaLnBrk="1" hangingPunct="1">
              <a:lnSpc>
                <a:spcPct val="80000"/>
              </a:lnSpc>
            </a:pPr>
            <a:r>
              <a:rPr lang="en-US" altLang="en-US" sz="1800" smtClean="0"/>
              <a:t>Cheap</a:t>
            </a:r>
          </a:p>
          <a:p>
            <a:pPr lvl="2" eaLnBrk="1" hangingPunct="1">
              <a:lnSpc>
                <a:spcPct val="80000"/>
              </a:lnSpc>
            </a:pPr>
            <a:r>
              <a:rPr lang="en-US" altLang="en-US" sz="1800" smtClean="0"/>
              <a:t>Easy to find</a:t>
            </a:r>
          </a:p>
          <a:p>
            <a:pPr lvl="2" eaLnBrk="1" hangingPunct="1">
              <a:lnSpc>
                <a:spcPct val="80000"/>
              </a:lnSpc>
            </a:pPr>
            <a:r>
              <a:rPr lang="en-US" altLang="en-US" sz="1800" smtClean="0"/>
              <a:t>Loved by all	</a:t>
            </a:r>
          </a:p>
          <a:p>
            <a:pPr lvl="1" eaLnBrk="1" hangingPunct="1">
              <a:lnSpc>
                <a:spcPct val="80000"/>
              </a:lnSpc>
            </a:pPr>
            <a:r>
              <a:rPr lang="en-US" altLang="en-US" sz="2000" smtClean="0"/>
              <a:t>Funny </a:t>
            </a:r>
          </a:p>
          <a:p>
            <a:pPr lvl="2" eaLnBrk="1" hangingPunct="1">
              <a:lnSpc>
                <a:spcPct val="80000"/>
              </a:lnSpc>
            </a:pPr>
            <a:r>
              <a:rPr lang="en-US" altLang="en-US" sz="1800" smtClean="0"/>
              <a:t>Can be offensive</a:t>
            </a:r>
          </a:p>
          <a:p>
            <a:pPr lvl="1" eaLnBrk="1" hangingPunct="1">
              <a:lnSpc>
                <a:spcPct val="80000"/>
              </a:lnSpc>
            </a:pPr>
            <a:r>
              <a:rPr lang="en-US" altLang="en-US" sz="2000" smtClean="0"/>
              <a:t>Homemade </a:t>
            </a:r>
          </a:p>
          <a:p>
            <a:pPr lvl="2" eaLnBrk="1" hangingPunct="1">
              <a:lnSpc>
                <a:spcPct val="80000"/>
              </a:lnSpc>
            </a:pPr>
            <a:r>
              <a:rPr lang="en-US" altLang="en-US" sz="1800" smtClean="0"/>
              <a:t>Cheap</a:t>
            </a:r>
          </a:p>
          <a:p>
            <a:pPr lvl="2" eaLnBrk="1" hangingPunct="1">
              <a:lnSpc>
                <a:spcPct val="80000"/>
              </a:lnSpc>
            </a:pPr>
            <a:r>
              <a:rPr lang="en-US" altLang="en-US" sz="1800" smtClean="0"/>
              <a:t>Fun to make</a:t>
            </a:r>
          </a:p>
          <a:p>
            <a:pPr lvl="2" eaLnBrk="1" hangingPunct="1">
              <a:lnSpc>
                <a:spcPct val="80000"/>
              </a:lnSpc>
            </a:pPr>
            <a:r>
              <a:rPr lang="en-US" altLang="en-US" sz="1800" smtClean="0"/>
              <a:t>Variety</a:t>
            </a:r>
          </a:p>
        </p:txBody>
      </p:sp>
      <p:pic>
        <p:nvPicPr>
          <p:cNvPr id="20484" name="Picture 4" descr="Pumpki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2057400"/>
            <a:ext cx="4206875"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Text Box 5"/>
          <p:cNvSpPr txBox="1">
            <a:spLocks noChangeArrowheads="1"/>
          </p:cNvSpPr>
          <p:nvPr/>
        </p:nvSpPr>
        <p:spPr bwMode="auto">
          <a:xfrm>
            <a:off x="6699250" y="5181600"/>
            <a:ext cx="19113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900"/>
              <a:t>Photo courtesy of Dr. Nickie Cauthen</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195">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195">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195">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195">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195">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195">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195">
                                            <p:txEl>
                                              <p:pRg st="10" end="10"/>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195">
                                            <p:txEl>
                                              <p:pRg st="11" end="11"/>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195">
                                            <p:txEl>
                                              <p:pRg st="12" end="12"/>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195">
                                            <p:txEl>
                                              <p:pRg st="13" end="13"/>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195">
                                            <p:txEl>
                                              <p:pRg st="14" end="14"/>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195">
                                            <p:txEl>
                                              <p:pRg st="15" end="15"/>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195">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bldLvl="2"/>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en-US" smtClean="0"/>
              <a:t>Plasmodium Life Cycle</a:t>
            </a:r>
          </a:p>
        </p:txBody>
      </p:sp>
      <p:pic>
        <p:nvPicPr>
          <p:cNvPr id="21507" name="Picture 11" descr="lifecycle">
            <a:hlinkClick r:id="rId4"/>
          </p:cNvPr>
          <p:cNvPicPr>
            <a:picLocks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a:xfrm>
            <a:off x="2324100" y="1981200"/>
            <a:ext cx="4457700" cy="3914775"/>
          </a:xfrm>
        </p:spPr>
      </p:pic>
      <p:sp>
        <p:nvSpPr>
          <p:cNvPr id="21508" name="Rectangle 5"/>
          <p:cNvSpPr>
            <a:spLocks noChangeArrowheads="1"/>
          </p:cNvSpPr>
          <p:nvPr/>
        </p:nvSpPr>
        <p:spPr bwMode="auto">
          <a:xfrm>
            <a:off x="3092450" y="5851525"/>
            <a:ext cx="29273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http://www.who.int/tdr/diseases/malaria/lifecycle.htm</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en-US" smtClean="0"/>
              <a:t>Plasmodium Life Cycle</a:t>
            </a:r>
          </a:p>
        </p:txBody>
      </p:sp>
      <p:sp>
        <p:nvSpPr>
          <p:cNvPr id="22531" name="Rectangle 3"/>
          <p:cNvSpPr>
            <a:spLocks noGrp="1" noChangeArrowheads="1"/>
          </p:cNvSpPr>
          <p:nvPr>
            <p:ph type="body" sz="half" idx="1"/>
          </p:nvPr>
        </p:nvSpPr>
        <p:spPr>
          <a:xfrm>
            <a:off x="685800" y="1828800"/>
            <a:ext cx="3810000" cy="4648200"/>
          </a:xfrm>
        </p:spPr>
        <p:txBody>
          <a:bodyPr/>
          <a:lstStyle/>
          <a:p>
            <a:pPr eaLnBrk="1" hangingPunct="1">
              <a:lnSpc>
                <a:spcPct val="90000"/>
              </a:lnSpc>
            </a:pPr>
            <a:r>
              <a:rPr lang="en-US" altLang="en-US" sz="2000" smtClean="0"/>
              <a:t>Mosquito bite</a:t>
            </a:r>
          </a:p>
          <a:p>
            <a:pPr eaLnBrk="1" hangingPunct="1">
              <a:lnSpc>
                <a:spcPct val="90000"/>
              </a:lnSpc>
            </a:pPr>
            <a:r>
              <a:rPr lang="en-US" altLang="en-US" sz="2000" smtClean="0"/>
              <a:t>Sporozoites enter blood</a:t>
            </a:r>
          </a:p>
          <a:p>
            <a:pPr eaLnBrk="1" hangingPunct="1">
              <a:lnSpc>
                <a:spcPct val="90000"/>
              </a:lnSpc>
            </a:pPr>
            <a:r>
              <a:rPr lang="en-US" altLang="en-US" sz="2000" smtClean="0"/>
              <a:t>Travel to liver</a:t>
            </a:r>
          </a:p>
          <a:p>
            <a:pPr lvl="1" eaLnBrk="1" hangingPunct="1">
              <a:lnSpc>
                <a:spcPct val="90000"/>
              </a:lnSpc>
            </a:pPr>
            <a:r>
              <a:rPr lang="en-US" altLang="en-US" sz="1800" smtClean="0"/>
              <a:t>Hepatocytes</a:t>
            </a:r>
          </a:p>
          <a:p>
            <a:pPr lvl="1" eaLnBrk="1" hangingPunct="1">
              <a:lnSpc>
                <a:spcPct val="90000"/>
              </a:lnSpc>
            </a:pPr>
            <a:r>
              <a:rPr lang="en-US" altLang="en-US" sz="1800" smtClean="0"/>
              <a:t>Asexual growth</a:t>
            </a:r>
          </a:p>
          <a:p>
            <a:pPr lvl="2" eaLnBrk="1" hangingPunct="1">
              <a:lnSpc>
                <a:spcPct val="90000"/>
              </a:lnSpc>
            </a:pPr>
            <a:r>
              <a:rPr lang="en-US" altLang="en-US" sz="1600" smtClean="0">
                <a:sym typeface="Wingdings" panose="05000000000000000000" pitchFamily="2" charset="2"/>
              </a:rPr>
              <a:t>Schizonts </a:t>
            </a:r>
            <a:r>
              <a:rPr lang="en-US" altLang="en-US" sz="1600" smtClean="0">
                <a:sym typeface="Wingdings 3" panose="05040102010807070707" pitchFamily="18" charset="2"/>
              </a:rPr>
              <a:t></a:t>
            </a:r>
            <a:r>
              <a:rPr lang="en-US" altLang="en-US" sz="1600" smtClean="0">
                <a:sym typeface="Wingdings" panose="05000000000000000000" pitchFamily="2" charset="2"/>
              </a:rPr>
              <a:t> merozoites</a:t>
            </a:r>
          </a:p>
          <a:p>
            <a:pPr lvl="1" eaLnBrk="1" hangingPunct="1">
              <a:lnSpc>
                <a:spcPct val="90000"/>
              </a:lnSpc>
            </a:pPr>
            <a:r>
              <a:rPr lang="en-US" altLang="en-US" sz="1800" smtClean="0"/>
              <a:t>Merozoites to blood</a:t>
            </a:r>
          </a:p>
          <a:p>
            <a:pPr eaLnBrk="1" hangingPunct="1">
              <a:lnSpc>
                <a:spcPct val="90000"/>
              </a:lnSpc>
            </a:pPr>
            <a:r>
              <a:rPr lang="en-US" altLang="en-US" sz="2000" smtClean="0"/>
              <a:t>Merozoa to blood</a:t>
            </a:r>
          </a:p>
          <a:p>
            <a:pPr lvl="1" eaLnBrk="1" hangingPunct="1">
              <a:lnSpc>
                <a:spcPct val="90000"/>
              </a:lnSpc>
            </a:pPr>
            <a:r>
              <a:rPr lang="en-US" altLang="en-US" sz="1800" smtClean="0"/>
              <a:t>Infect RBC</a:t>
            </a:r>
          </a:p>
          <a:p>
            <a:pPr lvl="2" eaLnBrk="1" hangingPunct="1">
              <a:lnSpc>
                <a:spcPct val="90000"/>
              </a:lnSpc>
            </a:pPr>
            <a:r>
              <a:rPr lang="en-US" altLang="en-US" sz="1600" smtClean="0">
                <a:sym typeface="Wingdings" panose="05000000000000000000" pitchFamily="2" charset="2"/>
              </a:rPr>
              <a:t>Release trophozoites, merozoites, schizonts</a:t>
            </a:r>
            <a:endParaRPr lang="en-US" altLang="en-US" sz="1600" smtClean="0"/>
          </a:p>
          <a:p>
            <a:pPr lvl="1" eaLnBrk="1" hangingPunct="1">
              <a:lnSpc>
                <a:spcPct val="90000"/>
              </a:lnSpc>
            </a:pPr>
            <a:r>
              <a:rPr lang="en-US" altLang="en-US" sz="1800" smtClean="0"/>
              <a:t>Merozoite transformation</a:t>
            </a:r>
          </a:p>
          <a:p>
            <a:pPr lvl="2" eaLnBrk="1" hangingPunct="1">
              <a:lnSpc>
                <a:spcPct val="90000"/>
              </a:lnSpc>
            </a:pPr>
            <a:r>
              <a:rPr lang="en-US" altLang="en-US" sz="1600" smtClean="0"/>
              <a:t>Gametocytes</a:t>
            </a:r>
          </a:p>
          <a:p>
            <a:pPr eaLnBrk="1" hangingPunct="1">
              <a:lnSpc>
                <a:spcPct val="90000"/>
              </a:lnSpc>
            </a:pPr>
            <a:r>
              <a:rPr lang="en-US" altLang="en-US" sz="2000" smtClean="0"/>
              <a:t>Passed to new mosquito</a:t>
            </a:r>
          </a:p>
          <a:p>
            <a:pPr lvl="1" eaLnBrk="1" hangingPunct="1">
              <a:lnSpc>
                <a:spcPct val="90000"/>
              </a:lnSpc>
            </a:pPr>
            <a:r>
              <a:rPr lang="en-US" altLang="en-US" sz="1800" smtClean="0"/>
              <a:t>Sexual cycle</a:t>
            </a:r>
          </a:p>
        </p:txBody>
      </p:sp>
      <p:sp>
        <p:nvSpPr>
          <p:cNvPr id="22532" name="Rectangle 4"/>
          <p:cNvSpPr>
            <a:spLocks noChangeArrowheads="1"/>
          </p:cNvSpPr>
          <p:nvPr/>
        </p:nvSpPr>
        <p:spPr bwMode="auto">
          <a:xfrm>
            <a:off x="5181600" y="5394325"/>
            <a:ext cx="29273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http://www.who.int/tdr/diseases/malaria/lifecycle.htm</a:t>
            </a:r>
          </a:p>
        </p:txBody>
      </p:sp>
      <p:pic>
        <p:nvPicPr>
          <p:cNvPr id="22533" name="Picture 5" descr="lifecycle">
            <a:hlinkClick r:id="rId4"/>
          </p:cNvPr>
          <p:cNvPicPr>
            <a:picLocks noChangeAspect="1" noChangeArrowheads="1"/>
          </p:cNvPicPr>
          <p:nvPr>
            <p:ph sz="half" idx="2"/>
          </p:nvPr>
        </p:nvPicPr>
        <p:blipFill>
          <a:blip r:embed="rId5">
            <a:extLst>
              <a:ext uri="{28A0092B-C50C-407E-A947-70E740481C1C}">
                <a14:useLocalDpi xmlns:a14="http://schemas.microsoft.com/office/drawing/2010/main" val="0"/>
              </a:ext>
            </a:extLst>
          </a:blip>
          <a:srcRect/>
          <a:stretch>
            <a:fillRect/>
          </a:stretch>
        </p:blipFill>
        <p:spPr>
          <a:xfrm>
            <a:off x="4648200" y="1892300"/>
            <a:ext cx="3962400" cy="3479800"/>
          </a:xfrm>
        </p:spPr>
      </p:pic>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85800" y="381000"/>
            <a:ext cx="7772400" cy="1143000"/>
          </a:xfrm>
        </p:spPr>
        <p:txBody>
          <a:bodyPr/>
          <a:lstStyle/>
          <a:p>
            <a:pPr eaLnBrk="1" hangingPunct="1"/>
            <a:r>
              <a:rPr lang="en-US" altLang="en-US" smtClean="0"/>
              <a:t>Summary of Helpful Points</a:t>
            </a:r>
          </a:p>
        </p:txBody>
      </p:sp>
      <p:sp>
        <p:nvSpPr>
          <p:cNvPr id="23555" name="Rectangle 3"/>
          <p:cNvSpPr>
            <a:spLocks noGrp="1" noChangeArrowheads="1"/>
          </p:cNvSpPr>
          <p:nvPr>
            <p:ph type="body" idx="1"/>
          </p:nvPr>
        </p:nvSpPr>
        <p:spPr>
          <a:xfrm>
            <a:off x="609600" y="1752600"/>
            <a:ext cx="7924800" cy="4800600"/>
          </a:xfrm>
        </p:spPr>
        <p:txBody>
          <a:bodyPr/>
          <a:lstStyle/>
          <a:p>
            <a:pPr eaLnBrk="1" hangingPunct="1">
              <a:lnSpc>
                <a:spcPct val="80000"/>
              </a:lnSpc>
            </a:pPr>
            <a:r>
              <a:rPr lang="en-US" altLang="en-US" sz="2400" smtClean="0"/>
              <a:t>Fewer words on slides</a:t>
            </a:r>
          </a:p>
          <a:p>
            <a:pPr eaLnBrk="1" hangingPunct="1">
              <a:lnSpc>
                <a:spcPct val="80000"/>
              </a:lnSpc>
            </a:pPr>
            <a:r>
              <a:rPr lang="en-US" altLang="en-US" sz="2400" smtClean="0"/>
              <a:t>A picture says a thousand words</a:t>
            </a:r>
          </a:p>
          <a:p>
            <a:pPr eaLnBrk="1" hangingPunct="1">
              <a:lnSpc>
                <a:spcPct val="80000"/>
              </a:lnSpc>
            </a:pPr>
            <a:r>
              <a:rPr lang="en-US" altLang="en-US" sz="2400" smtClean="0"/>
              <a:t>Don’t read the slides</a:t>
            </a:r>
          </a:p>
          <a:p>
            <a:pPr eaLnBrk="1" hangingPunct="1">
              <a:lnSpc>
                <a:spcPct val="80000"/>
              </a:lnSpc>
            </a:pPr>
            <a:r>
              <a:rPr lang="en-US" altLang="en-US" sz="2400" smtClean="0"/>
              <a:t>Use correct grammar and spelling</a:t>
            </a:r>
          </a:p>
          <a:p>
            <a:pPr eaLnBrk="1" hangingPunct="1">
              <a:lnSpc>
                <a:spcPct val="80000"/>
              </a:lnSpc>
            </a:pPr>
            <a:r>
              <a:rPr lang="en-US" altLang="en-US" sz="2400" smtClean="0"/>
              <a:t>Animation</a:t>
            </a:r>
          </a:p>
          <a:p>
            <a:pPr lvl="1" eaLnBrk="1" hangingPunct="1">
              <a:lnSpc>
                <a:spcPct val="80000"/>
              </a:lnSpc>
            </a:pPr>
            <a:r>
              <a:rPr lang="en-US" altLang="en-US" sz="2000" smtClean="0"/>
              <a:t>Often helpful, but not always necessary</a:t>
            </a:r>
          </a:p>
          <a:p>
            <a:pPr eaLnBrk="1" hangingPunct="1">
              <a:lnSpc>
                <a:spcPct val="80000"/>
              </a:lnSpc>
            </a:pPr>
            <a:r>
              <a:rPr lang="en-US" altLang="en-US" sz="2400" smtClean="0"/>
              <a:t>Explain your graphics</a:t>
            </a:r>
          </a:p>
          <a:p>
            <a:pPr eaLnBrk="1" hangingPunct="1">
              <a:lnSpc>
                <a:spcPct val="80000"/>
              </a:lnSpc>
            </a:pPr>
            <a:r>
              <a:rPr lang="en-US" altLang="en-US" sz="2400" smtClean="0"/>
              <a:t>Keep slides in order; don’t flip back and forth</a:t>
            </a:r>
          </a:p>
          <a:p>
            <a:pPr lvl="1" eaLnBrk="1" hangingPunct="1">
              <a:lnSpc>
                <a:spcPct val="80000"/>
              </a:lnSpc>
            </a:pPr>
            <a:r>
              <a:rPr lang="en-US" altLang="en-US" sz="2000" smtClean="0"/>
              <a:t>Repeat slides if necessary</a:t>
            </a:r>
          </a:p>
          <a:p>
            <a:pPr eaLnBrk="1" hangingPunct="1">
              <a:lnSpc>
                <a:spcPct val="80000"/>
              </a:lnSpc>
            </a:pPr>
            <a:r>
              <a:rPr lang="en-US" altLang="en-US" sz="2400" smtClean="0"/>
              <a:t>Point things out</a:t>
            </a:r>
            <a:r>
              <a:rPr lang="en-US" altLang="en-US" sz="2400" smtClean="0">
                <a:sym typeface="Wingdings" panose="05000000000000000000" pitchFamily="2" charset="2"/>
              </a:rPr>
              <a:t> using laser pointer, stick, whatever</a:t>
            </a:r>
            <a:endParaRPr lang="en-US" altLang="en-US" sz="2400" smtClean="0"/>
          </a:p>
          <a:p>
            <a:pPr eaLnBrk="1" hangingPunct="1">
              <a:lnSpc>
                <a:spcPct val="80000"/>
              </a:lnSpc>
            </a:pPr>
            <a:r>
              <a:rPr lang="en-US" altLang="en-US" sz="2400" smtClean="0"/>
              <a:t>Make eye contact (with everyone)</a:t>
            </a:r>
          </a:p>
          <a:p>
            <a:pPr eaLnBrk="1" hangingPunct="1">
              <a:lnSpc>
                <a:spcPct val="80000"/>
              </a:lnSpc>
            </a:pPr>
            <a:r>
              <a:rPr lang="en-US" altLang="en-US" sz="2400" smtClean="0"/>
              <a:t>Don’t turn your back on the audience</a:t>
            </a:r>
          </a:p>
          <a:p>
            <a:pPr eaLnBrk="1" hangingPunct="1">
              <a:lnSpc>
                <a:spcPct val="80000"/>
              </a:lnSpc>
            </a:pPr>
            <a:r>
              <a:rPr lang="en-US" altLang="en-US" sz="2400" smtClean="0"/>
              <a:t>Avoid hugging the podium</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85800" y="381000"/>
            <a:ext cx="7772400" cy="1143000"/>
          </a:xfrm>
        </p:spPr>
        <p:txBody>
          <a:bodyPr/>
          <a:lstStyle/>
          <a:p>
            <a:pPr eaLnBrk="1" hangingPunct="1"/>
            <a:r>
              <a:rPr lang="en-US" altLang="en-US" smtClean="0"/>
              <a:t>Summary of Helpful Points</a:t>
            </a:r>
          </a:p>
        </p:txBody>
      </p:sp>
      <p:sp>
        <p:nvSpPr>
          <p:cNvPr id="24579" name="Rectangle 3"/>
          <p:cNvSpPr>
            <a:spLocks noGrp="1" noChangeArrowheads="1"/>
          </p:cNvSpPr>
          <p:nvPr>
            <p:ph type="body" idx="1"/>
          </p:nvPr>
        </p:nvSpPr>
        <p:spPr>
          <a:xfrm>
            <a:off x="609600" y="1752600"/>
            <a:ext cx="8458200" cy="4724400"/>
          </a:xfrm>
        </p:spPr>
        <p:txBody>
          <a:bodyPr/>
          <a:lstStyle/>
          <a:p>
            <a:pPr eaLnBrk="1" hangingPunct="1">
              <a:lnSpc>
                <a:spcPct val="80000"/>
              </a:lnSpc>
            </a:pPr>
            <a:r>
              <a:rPr lang="en-US" altLang="en-US" sz="2400" smtClean="0"/>
              <a:t>Speak in a clear, loud voice </a:t>
            </a:r>
          </a:p>
          <a:p>
            <a:pPr lvl="1" eaLnBrk="1" hangingPunct="1">
              <a:lnSpc>
                <a:spcPct val="80000"/>
              </a:lnSpc>
            </a:pPr>
            <a:r>
              <a:rPr lang="en-US" altLang="en-US" sz="2000" smtClean="0"/>
              <a:t>Don’t trail off </a:t>
            </a:r>
          </a:p>
          <a:p>
            <a:pPr eaLnBrk="1" hangingPunct="1">
              <a:lnSpc>
                <a:spcPct val="80000"/>
              </a:lnSpc>
            </a:pPr>
            <a:r>
              <a:rPr lang="en-US" altLang="en-US" sz="2400" smtClean="0"/>
              <a:t>Slow down and think about what you are saying</a:t>
            </a:r>
          </a:p>
          <a:p>
            <a:pPr eaLnBrk="1" hangingPunct="1">
              <a:lnSpc>
                <a:spcPct val="80000"/>
              </a:lnSpc>
            </a:pPr>
            <a:r>
              <a:rPr lang="en-US" altLang="en-US" sz="2400" smtClean="0"/>
              <a:t>Practice your presentation</a:t>
            </a:r>
          </a:p>
          <a:p>
            <a:pPr lvl="1" eaLnBrk="1" hangingPunct="1">
              <a:lnSpc>
                <a:spcPct val="80000"/>
              </a:lnSpc>
            </a:pPr>
            <a:r>
              <a:rPr lang="en-US" altLang="en-US" sz="2000" smtClean="0"/>
              <a:t>Helps to avoid “um”, “okay”, etc.</a:t>
            </a:r>
          </a:p>
          <a:p>
            <a:pPr lvl="1" eaLnBrk="1" hangingPunct="1">
              <a:lnSpc>
                <a:spcPct val="80000"/>
              </a:lnSpc>
            </a:pPr>
            <a:r>
              <a:rPr lang="en-US" altLang="en-US" sz="2000" smtClean="0"/>
              <a:t>Helps pacing for time allotted</a:t>
            </a:r>
          </a:p>
          <a:p>
            <a:pPr lvl="1" eaLnBrk="1" hangingPunct="1">
              <a:lnSpc>
                <a:spcPct val="80000"/>
              </a:lnSpc>
            </a:pPr>
            <a:r>
              <a:rPr lang="en-US" altLang="en-US" sz="2000" smtClean="0"/>
              <a:t>Helps with pronunciation</a:t>
            </a:r>
          </a:p>
          <a:p>
            <a:pPr lvl="1" eaLnBrk="1" hangingPunct="1">
              <a:lnSpc>
                <a:spcPct val="80000"/>
              </a:lnSpc>
            </a:pPr>
            <a:r>
              <a:rPr lang="en-US" altLang="en-US" sz="2000" smtClean="0"/>
              <a:t>Don’t memorize (sounds scripted) </a:t>
            </a:r>
          </a:p>
          <a:p>
            <a:pPr eaLnBrk="1" hangingPunct="1">
              <a:lnSpc>
                <a:spcPct val="80000"/>
              </a:lnSpc>
            </a:pPr>
            <a:r>
              <a:rPr lang="en-US" altLang="en-US" sz="2400" smtClean="0"/>
              <a:t>Engage your audience </a:t>
            </a:r>
          </a:p>
          <a:p>
            <a:pPr eaLnBrk="1" hangingPunct="1">
              <a:lnSpc>
                <a:spcPct val="80000"/>
              </a:lnSpc>
            </a:pPr>
            <a:r>
              <a:rPr lang="en-US" altLang="en-US" sz="2400" smtClean="0"/>
              <a:t>When asking a question, if asked repeat it IN A DIFFERENT WAY (they obviously didn’t get it the first time) </a:t>
            </a:r>
          </a:p>
          <a:p>
            <a:pPr eaLnBrk="1" hangingPunct="1">
              <a:lnSpc>
                <a:spcPct val="80000"/>
              </a:lnSpc>
            </a:pPr>
            <a:r>
              <a:rPr lang="en-US" altLang="en-US" sz="2400" smtClean="0"/>
              <a:t>Answer any questions and if you don’t know, you don’t know!!! </a:t>
            </a:r>
          </a:p>
          <a:p>
            <a:pPr eaLnBrk="1" hangingPunct="1">
              <a:lnSpc>
                <a:spcPct val="80000"/>
              </a:lnSpc>
            </a:pPr>
            <a:r>
              <a:rPr lang="en-US" altLang="en-US" sz="2400" smtClean="0"/>
              <a:t>If you don’t understand a question ask for a repeat</a:t>
            </a:r>
          </a:p>
          <a:p>
            <a:pPr eaLnBrk="1" hangingPunct="1">
              <a:lnSpc>
                <a:spcPct val="80000"/>
              </a:lnSpc>
            </a:pPr>
            <a:endParaRPr lang="en-US" altLang="en-US" sz="2400" smtClean="0"/>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762000" y="2057400"/>
            <a:ext cx="7315200" cy="2514600"/>
          </a:xfrm>
        </p:spPr>
        <p:txBody>
          <a:bodyPr/>
          <a:lstStyle/>
          <a:p>
            <a:pPr eaLnBrk="1" hangingPunct="1"/>
            <a:r>
              <a:rPr lang="en-US" altLang="en-US" sz="4800" smtClean="0"/>
              <a:t>What is wrong with the following slides?</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en-US" sz="4000" smtClean="0"/>
              <a:t>THE CENTRAL DOGMA OF MOLECULAR BIOLOGY</a:t>
            </a:r>
          </a:p>
        </p:txBody>
      </p:sp>
      <p:sp>
        <p:nvSpPr>
          <p:cNvPr id="26627" name="Rectangle 3"/>
          <p:cNvSpPr>
            <a:spLocks noGrp="1" noChangeArrowheads="1"/>
          </p:cNvSpPr>
          <p:nvPr>
            <p:ph type="body" idx="1"/>
          </p:nvPr>
        </p:nvSpPr>
        <p:spPr/>
        <p:txBody>
          <a:bodyPr/>
          <a:lstStyle/>
          <a:p>
            <a:pPr marL="609600" indent="-609600" eaLnBrk="1" hangingPunct="1">
              <a:lnSpc>
                <a:spcPct val="80000"/>
              </a:lnSpc>
              <a:buFontTx/>
              <a:buNone/>
            </a:pPr>
            <a:r>
              <a:rPr lang="en-US" altLang="en-US" sz="2800" smtClean="0"/>
              <a:t>Transcription of DNA to RNA to protein:</a:t>
            </a:r>
          </a:p>
          <a:p>
            <a:pPr marL="609600" indent="-609600" eaLnBrk="1" hangingPunct="1">
              <a:lnSpc>
                <a:spcPct val="80000"/>
              </a:lnSpc>
              <a:buFontTx/>
              <a:buNone/>
            </a:pPr>
            <a:r>
              <a:rPr lang="en-US" altLang="en-US" sz="2800" smtClean="0"/>
              <a:t>1.The DNA replicates its information in a process</a:t>
            </a:r>
          </a:p>
          <a:p>
            <a:pPr marL="609600" indent="-609600" eaLnBrk="1" hangingPunct="1">
              <a:lnSpc>
                <a:spcPct val="80000"/>
              </a:lnSpc>
              <a:buFontTx/>
              <a:buNone/>
            </a:pPr>
            <a:r>
              <a:rPr lang="en-US" altLang="en-US" sz="2800" smtClean="0"/>
              <a:t> that involves many enzymes: replication.</a:t>
            </a:r>
            <a:endParaRPr lang="en-US" altLang="en-US" sz="2800" u="sng" smtClean="0">
              <a:solidFill>
                <a:schemeClr val="tx2"/>
              </a:solidFill>
            </a:endParaRPr>
          </a:p>
          <a:p>
            <a:pPr marL="609600" indent="-609600" eaLnBrk="1" hangingPunct="1">
              <a:lnSpc>
                <a:spcPct val="80000"/>
              </a:lnSpc>
              <a:buFontTx/>
              <a:buNone/>
            </a:pPr>
            <a:r>
              <a:rPr lang="en-US" altLang="en-US" sz="2800" smtClean="0"/>
              <a:t>2. The DNA codes for the production of messenger RNA (mRNA) during</a:t>
            </a:r>
            <a:r>
              <a:rPr lang="en-US" altLang="en-US" sz="2800" smtClean="0">
                <a:solidFill>
                  <a:schemeClr val="tx2"/>
                </a:solidFill>
              </a:rPr>
              <a:t> transcription.</a:t>
            </a:r>
            <a:endParaRPr lang="en-US" altLang="en-US" sz="2800" smtClean="0"/>
          </a:p>
          <a:p>
            <a:pPr marL="609600" indent="-609600" eaLnBrk="1" hangingPunct="1">
              <a:lnSpc>
                <a:spcPct val="80000"/>
              </a:lnSpc>
              <a:buFontTx/>
              <a:buNone/>
            </a:pPr>
            <a:r>
              <a:rPr lang="en-US" altLang="en-US" sz="2800" smtClean="0"/>
              <a:t>3. In eucaryotic cells, the mRNA is processed  and migrates from the nucleus to the cytoplasm.</a:t>
            </a:r>
          </a:p>
          <a:p>
            <a:pPr marL="609600" indent="-609600" eaLnBrk="1" hangingPunct="1">
              <a:lnSpc>
                <a:spcPct val="80000"/>
              </a:lnSpc>
              <a:buFontTx/>
              <a:buNone/>
            </a:pPr>
            <a:r>
              <a:rPr lang="en-US" altLang="en-US" sz="2800" smtClean="0"/>
              <a:t>4. Messenger RNA carries coded information to ribosomes. The ribosomes "read" this information and use it for protein synthesis. This process is called translation.</a:t>
            </a:r>
          </a:p>
        </p:txBody>
      </p:sp>
    </p:spTree>
  </p:cSld>
  <p:clrMapOvr>
    <a:masterClrMapping/>
  </p:clrMapOvr>
  <p:transition>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7650" name="Rectangle 3"/>
          <p:cNvSpPr>
            <a:spLocks noGrp="1" noChangeArrowheads="1"/>
          </p:cNvSpPr>
          <p:nvPr>
            <p:ph type="body" idx="1"/>
          </p:nvPr>
        </p:nvSpPr>
        <p:spPr>
          <a:xfrm>
            <a:off x="685800" y="1981200"/>
            <a:ext cx="3276600" cy="4114800"/>
          </a:xfrm>
        </p:spPr>
        <p:txBody>
          <a:bodyPr/>
          <a:lstStyle/>
          <a:p>
            <a:pPr eaLnBrk="1" hangingPunct="1">
              <a:lnSpc>
                <a:spcPct val="90000"/>
              </a:lnSpc>
            </a:pPr>
            <a:r>
              <a:rPr lang="en-US" altLang="en-US" sz="2400" smtClean="0"/>
              <a:t>Located approximately 25-30 bases pairs upstream of the transcriptional unti the TATA box is highly conserved sequence that works to help position RNA plms during initiation of transcription.</a:t>
            </a:r>
          </a:p>
        </p:txBody>
      </p:sp>
      <p:pic>
        <p:nvPicPr>
          <p:cNvPr id="27653" name="Picture 5" descr="03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200" y="3886200"/>
            <a:ext cx="24384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ntr" presetSubtype="0" fill="hold" nodeType="clickEffect">
                                  <p:stCondLst>
                                    <p:cond delay="0"/>
                                  </p:stCondLst>
                                  <p:childTnLst>
                                    <p:set>
                                      <p:cBhvr>
                                        <p:cTn id="6" dur="1" fill="hold">
                                          <p:stCondLst>
                                            <p:cond delay="0"/>
                                          </p:stCondLst>
                                        </p:cTn>
                                        <p:tgtEl>
                                          <p:spTgt spid="27653"/>
                                        </p:tgtEl>
                                        <p:attrNameLst>
                                          <p:attrName>style.visibility</p:attrName>
                                        </p:attrNameLst>
                                      </p:cBhvr>
                                      <p:to>
                                        <p:strVal val="visible"/>
                                      </p:to>
                                    </p:set>
                                    <p:animEffect transition="in" filter="fade">
                                      <p:cBhvr>
                                        <p:cTn id="7" dur="2000"/>
                                        <p:tgtEl>
                                          <p:spTgt spid="27653"/>
                                        </p:tgtEl>
                                      </p:cBhvr>
                                    </p:animEffect>
                                    <p:anim calcmode="lin" valueType="num">
                                      <p:cBhvr>
                                        <p:cTn id="8" dur="2000" fill="hold"/>
                                        <p:tgtEl>
                                          <p:spTgt spid="27653"/>
                                        </p:tgtEl>
                                        <p:attrNameLst>
                                          <p:attrName>style.rotation</p:attrName>
                                        </p:attrNameLst>
                                      </p:cBhvr>
                                      <p:tavLst>
                                        <p:tav tm="0">
                                          <p:val>
                                            <p:fltVal val="720"/>
                                          </p:val>
                                        </p:tav>
                                        <p:tav tm="100000">
                                          <p:val>
                                            <p:fltVal val="0"/>
                                          </p:val>
                                        </p:tav>
                                      </p:tavLst>
                                    </p:anim>
                                    <p:anim calcmode="lin" valueType="num">
                                      <p:cBhvr>
                                        <p:cTn id="9" dur="2000" fill="hold"/>
                                        <p:tgtEl>
                                          <p:spTgt spid="27653"/>
                                        </p:tgtEl>
                                        <p:attrNameLst>
                                          <p:attrName>ppt_h</p:attrName>
                                        </p:attrNameLst>
                                      </p:cBhvr>
                                      <p:tavLst>
                                        <p:tav tm="0">
                                          <p:val>
                                            <p:fltVal val="0"/>
                                          </p:val>
                                        </p:tav>
                                        <p:tav tm="100000">
                                          <p:val>
                                            <p:strVal val="#ppt_h"/>
                                          </p:val>
                                        </p:tav>
                                      </p:tavLst>
                                    </p:anim>
                                    <p:anim calcmode="lin" valueType="num">
                                      <p:cBhvr>
                                        <p:cTn id="10" dur="2000" fill="hold"/>
                                        <p:tgtEl>
                                          <p:spTgt spid="27653"/>
                                        </p:tgtEl>
                                        <p:attrNameLst>
                                          <p:attrName>ppt_w</p:attrName>
                                        </p:attrNameLst>
                                      </p:cBhvr>
                                      <p:tavLst>
                                        <p:tav tm="0">
                                          <p:val>
                                            <p:fltVal val="0"/>
                                          </p:val>
                                        </p:tav>
                                        <p:tav tm="100000">
                                          <p:val>
                                            <p:strVal val="#ppt_w"/>
                                          </p:val>
                                        </p:tav>
                                      </p:tavLst>
                                    </p:anim>
                                  </p:childTnLst>
                                  <p:subTnLst>
                                    <p:audio>
                                      <p:cMediaNode vol="100000">
                                        <p:cTn display="0" masterRel="sameClick">
                                          <p:stCondLst>
                                            <p:cond evt="begin" delay="0">
                                              <p:tn val="5"/>
                                            </p:cond>
                                          </p:stCondLst>
                                          <p:endCondLst>
                                            <p:cond evt="onStopAudio" delay="0">
                                              <p:tgtEl>
                                                <p:sldTgt/>
                                              </p:tgtEl>
                                            </p:cond>
                                          </p:endCondLst>
                                        </p:cTn>
                                        <p:tgtEl>
                                          <p:sndTgt r:embed="rId3" name="explod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pPr>
              <a:defRPr/>
            </a:pPr>
            <a:r>
              <a:rPr lang="en-US" smtClean="0"/>
              <a:t>More Practice</a:t>
            </a:r>
          </a:p>
        </p:txBody>
      </p:sp>
      <p:sp>
        <p:nvSpPr>
          <p:cNvPr id="5" name="Footer Placeholder 4"/>
          <p:cNvSpPr>
            <a:spLocks noGrp="1"/>
          </p:cNvSpPr>
          <p:nvPr>
            <p:ph type="ftr" sz="quarter" idx="12"/>
          </p:nvPr>
        </p:nvSpPr>
        <p:spPr/>
        <p:txBody>
          <a:bodyPr/>
          <a:lstStyle/>
          <a:p>
            <a:pPr>
              <a:defRPr/>
            </a:pPr>
            <a:r>
              <a:rPr lang="en-US" smtClean="0"/>
              <a:t>© 2009, Prentice-Hall, Inc.</a:t>
            </a:r>
            <a:endParaRPr lang="en-US"/>
          </a:p>
        </p:txBody>
      </p:sp>
      <p:sp>
        <p:nvSpPr>
          <p:cNvPr id="48132" name="Rectangle 5"/>
          <p:cNvSpPr>
            <a:spLocks noChangeArrowheads="1"/>
          </p:cNvSpPr>
          <p:nvPr/>
        </p:nvSpPr>
        <p:spPr bwMode="auto">
          <a:xfrm>
            <a:off x="762000" y="1828800"/>
            <a:ext cx="7620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What is the enthalpy change during the process in which 100.0 g of water at 50.0 °C is cooled to ice at –30.0 °C under a constant pressure of 1 atm? The specific heats of ice, water, and steam are 2.03 J/g-K, 4.18 J/g-K, and 1.84 J/g-K, respectively. For H</a:t>
            </a:r>
            <a:r>
              <a:rPr lang="en-US" altLang="en-US" baseline="-25000"/>
              <a:t>2</a:t>
            </a:r>
            <a:r>
              <a:rPr lang="en-US" altLang="en-US"/>
              <a:t>O, </a:t>
            </a:r>
            <a:r>
              <a:rPr lang="el-GR" altLang="en-US"/>
              <a:t>Δ</a:t>
            </a:r>
            <a:r>
              <a:rPr lang="en-US" altLang="en-US" i="1"/>
              <a:t>H</a:t>
            </a:r>
            <a:r>
              <a:rPr lang="en-US" altLang="en-US" baseline="-25000"/>
              <a:t>fus</a:t>
            </a:r>
            <a:r>
              <a:rPr lang="en-US" altLang="en-US"/>
              <a:t> = 6.01 kJ/mol and </a:t>
            </a:r>
            <a:r>
              <a:rPr lang="el-GR" altLang="en-US"/>
              <a:t>Δ</a:t>
            </a:r>
            <a:r>
              <a:rPr lang="en-US" altLang="en-US" i="1"/>
              <a:t>H</a:t>
            </a:r>
            <a:r>
              <a:rPr lang="en-US" altLang="en-US" baseline="-25000"/>
              <a:t>vap</a:t>
            </a:r>
            <a:r>
              <a:rPr lang="en-US" altLang="en-US"/>
              <a:t> = 40.67 kJ/mol.?</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8132"/>
                                        </p:tgtEl>
                                        <p:attrNameLst>
                                          <p:attrName>style.visibility</p:attrName>
                                        </p:attrNameLst>
                                      </p:cBhvr>
                                      <p:to>
                                        <p:strVal val="visible"/>
                                      </p:to>
                                    </p:set>
                                    <p:anim calcmode="discrete" valueType="clr">
                                      <p:cBhvr override="childStyle">
                                        <p:cTn id="7" dur="80"/>
                                        <p:tgtEl>
                                          <p:spTgt spid="4813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8132"/>
                                        </p:tgtEl>
                                        <p:attrNameLst>
                                          <p:attrName>fillcolor</p:attrName>
                                        </p:attrNameLst>
                                      </p:cBhvr>
                                      <p:tavLst>
                                        <p:tav tm="0">
                                          <p:val>
                                            <p:clrVal>
                                              <a:schemeClr val="accent2"/>
                                            </p:clrVal>
                                          </p:val>
                                        </p:tav>
                                        <p:tav tm="50000">
                                          <p:val>
                                            <p:clrVal>
                                              <a:schemeClr val="hlink"/>
                                            </p:clrVal>
                                          </p:val>
                                        </p:tav>
                                      </p:tavLst>
                                    </p:anim>
                                    <p:set>
                                      <p:cBhvr>
                                        <p:cTn id="9" dur="80"/>
                                        <p:tgtEl>
                                          <p:spTgt spid="4813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24610" name="Rectangle 2"/>
          <p:cNvSpPr>
            <a:spLocks noGrp="1" noChangeArrowheads="1"/>
          </p:cNvSpPr>
          <p:nvPr>
            <p:ph type="title"/>
          </p:nvPr>
        </p:nvSpPr>
        <p:spPr>
          <a:xfrm>
            <a:off x="0" y="76200"/>
            <a:ext cx="9144000" cy="1143000"/>
          </a:xfrm>
        </p:spPr>
        <p:txBody>
          <a:bodyPr/>
          <a:lstStyle/>
          <a:p>
            <a:pPr eaLnBrk="1" hangingPunct="1">
              <a:defRPr/>
            </a:pPr>
            <a:r>
              <a:rPr lang="en-US" smtClean="0">
                <a:effectLst>
                  <a:outerShdw blurRad="38100" dist="38100" dir="2700000" algn="tl">
                    <a:srgbClr val="010199"/>
                  </a:outerShdw>
                </a:effectLst>
              </a:rPr>
              <a:t>SOM Output</a:t>
            </a:r>
          </a:p>
        </p:txBody>
      </p:sp>
      <p:pic>
        <p:nvPicPr>
          <p:cNvPr id="296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43000"/>
            <a:ext cx="9144000" cy="550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Tree>
  </p:cSld>
  <p:clrMapOvr>
    <a:masterClrMapping/>
  </p:clrMapOvr>
  <p:transition>
    <p:rand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
        <p:cNvGrpSpPr/>
        <p:nvPr/>
      </p:nvGrpSpPr>
      <p:grpSpPr>
        <a:xfrm>
          <a:off x="0" y="0"/>
          <a:ext cx="0" cy="0"/>
          <a:chOff x="0" y="0"/>
          <a:chExt cx="0" cy="0"/>
        </a:xfrm>
      </p:grpSpPr>
      <p:sp>
        <p:nvSpPr>
          <p:cNvPr id="30722" name="Text Box 2"/>
          <p:cNvSpPr txBox="1">
            <a:spLocks noChangeArrowheads="1"/>
          </p:cNvSpPr>
          <p:nvPr/>
        </p:nvSpPr>
        <p:spPr bwMode="ltGray">
          <a:xfrm>
            <a:off x="1371600" y="1143000"/>
            <a:ext cx="6330950"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3600">
                <a:solidFill>
                  <a:srgbClr val="0E0D02"/>
                </a:solidFill>
              </a:rPr>
              <a:t>RNA  information (in the form of</a:t>
            </a:r>
          </a:p>
          <a:p>
            <a:pPr eaLnBrk="1" hangingPunct="1"/>
            <a:r>
              <a:rPr lang="en-US" altLang="en-US" sz="3600">
                <a:solidFill>
                  <a:srgbClr val="0E0D02"/>
                </a:solidFill>
              </a:rPr>
              <a:t>nucleotide sequences) is then</a:t>
            </a:r>
          </a:p>
          <a:p>
            <a:pPr eaLnBrk="1" hangingPunct="1"/>
            <a:r>
              <a:rPr lang="en-US" altLang="en-US" sz="3600" b="1">
                <a:solidFill>
                  <a:srgbClr val="0E0D02"/>
                </a:solidFill>
              </a:rPr>
              <a:t>TRANSLATED</a:t>
            </a:r>
            <a:r>
              <a:rPr lang="en-US" altLang="en-US" sz="3600">
                <a:solidFill>
                  <a:srgbClr val="0E0D02"/>
                </a:solidFill>
              </a:rPr>
              <a:t> into proteins</a:t>
            </a:r>
          </a:p>
          <a:p>
            <a:pPr eaLnBrk="1" hangingPunct="1"/>
            <a:r>
              <a:rPr lang="en-US" altLang="en-US" sz="3600">
                <a:solidFill>
                  <a:srgbClr val="0E0D02"/>
                </a:solidFill>
              </a:rPr>
              <a:t>(long polypeptide chains) by </a:t>
            </a:r>
          </a:p>
          <a:p>
            <a:pPr eaLnBrk="1" hangingPunct="1"/>
            <a:r>
              <a:rPr lang="en-US" altLang="en-US" sz="3600">
                <a:solidFill>
                  <a:srgbClr val="0E0D02"/>
                </a:solidFill>
              </a:rPr>
              <a:t>complex units called ribosomes.</a:t>
            </a:r>
          </a:p>
          <a:p>
            <a:pPr eaLnBrk="1" hangingPunct="1"/>
            <a:endParaRPr lang="en-US" altLang="en-US" sz="3600">
              <a:solidFill>
                <a:srgbClr val="0E0D02"/>
              </a:solidFill>
            </a:endParaRPr>
          </a:p>
          <a:p>
            <a:pPr eaLnBrk="1" hangingPunct="1"/>
            <a:r>
              <a:rPr lang="en-US" altLang="en-US" sz="3600">
                <a:solidFill>
                  <a:srgbClr val="0E0D02"/>
                </a:solidFill>
              </a:rPr>
              <a:t>Proteins are the work horses of</a:t>
            </a:r>
          </a:p>
          <a:p>
            <a:pPr eaLnBrk="1" hangingPunct="1"/>
            <a:r>
              <a:rPr lang="en-US" altLang="en-US" sz="3600">
                <a:solidFill>
                  <a:srgbClr val="0E0D02"/>
                </a:solidFill>
              </a:rPr>
              <a:t>biological systems, i.e. enzymes,</a:t>
            </a:r>
          </a:p>
          <a:p>
            <a:pPr eaLnBrk="1" hangingPunct="1"/>
            <a:r>
              <a:rPr lang="en-US" altLang="en-US" sz="3600">
                <a:solidFill>
                  <a:srgbClr val="0E0D02"/>
                </a:solidFill>
              </a:rPr>
              <a:t>messengers, and building blocks.</a:t>
            </a:r>
            <a:endParaRPr lang="en-US" altLang="en-US" sz="3600" b="1">
              <a:solidFill>
                <a:srgbClr val="0E0D02"/>
              </a:solidFill>
            </a:endParaRPr>
          </a:p>
        </p:txBody>
      </p:sp>
    </p:spTree>
  </p:cSld>
  <p:clrMapOvr>
    <a:masterClrMapping/>
  </p:clrMapOvr>
  <p:transition>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3586" name="Rectangle 2"/>
          <p:cNvSpPr>
            <a:spLocks noGrp="1" noChangeArrowheads="1"/>
          </p:cNvSpPr>
          <p:nvPr>
            <p:ph type="title"/>
          </p:nvPr>
        </p:nvSpPr>
        <p:spPr>
          <a:xfrm>
            <a:off x="457200" y="292100"/>
            <a:ext cx="8229600" cy="871538"/>
          </a:xfrm>
        </p:spPr>
        <p:txBody>
          <a:bodyPr/>
          <a:lstStyle/>
          <a:p>
            <a:pPr eaLnBrk="1" hangingPunct="1">
              <a:defRPr/>
            </a:pPr>
            <a:r>
              <a:rPr lang="en-US" sz="2900" dirty="0" smtClean="0"/>
              <a:t>URSIDAE (Bears)</a:t>
            </a:r>
            <a:r>
              <a:rPr lang="en-US" dirty="0" smtClean="0"/>
              <a:t> </a:t>
            </a:r>
          </a:p>
        </p:txBody>
      </p:sp>
      <p:sp>
        <p:nvSpPr>
          <p:cNvPr id="323587" name="Rectangle 3"/>
          <p:cNvSpPr>
            <a:spLocks noGrp="1" noChangeArrowheads="1"/>
          </p:cNvSpPr>
          <p:nvPr>
            <p:ph idx="1"/>
          </p:nvPr>
        </p:nvSpPr>
        <p:spPr>
          <a:xfrm>
            <a:off x="457200" y="1143000"/>
            <a:ext cx="8229600" cy="5410200"/>
          </a:xfrm>
        </p:spPr>
        <p:txBody>
          <a:bodyPr/>
          <a:lstStyle/>
          <a:p>
            <a:pPr eaLnBrk="1" hangingPunct="1">
              <a:lnSpc>
                <a:spcPct val="80000"/>
              </a:lnSpc>
              <a:defRPr/>
            </a:pPr>
            <a:r>
              <a:rPr lang="en-US" sz="1800" b="1" dirty="0" smtClean="0"/>
              <a:t>Large Size</a:t>
            </a:r>
            <a:r>
              <a:rPr lang="en-US" sz="1800" dirty="0" smtClean="0"/>
              <a:t>: Bears are large-bodied compared to many other carnivores. Most of their diet consists of vegetable matter. Meat is digested quickly but vegetable matter takes much longer. Larger body size brings a decrease in metabolic rate, so large body animals can survive on the small energy from vegetable matter, even though they have to eat a vast amount of food to satisfy their total energy needs.</a:t>
            </a:r>
            <a:endParaRPr lang="en-US" sz="1800" b="1" dirty="0" smtClean="0"/>
          </a:p>
          <a:p>
            <a:pPr eaLnBrk="1" hangingPunct="1">
              <a:lnSpc>
                <a:spcPct val="80000"/>
              </a:lnSpc>
              <a:defRPr/>
            </a:pPr>
            <a:r>
              <a:rPr lang="en-US" sz="1800" b="1" dirty="0" smtClean="0"/>
              <a:t>Powerful limbs and strong claws: </a:t>
            </a:r>
            <a:r>
              <a:rPr lang="en-US" sz="1800" dirty="0" smtClean="0"/>
              <a:t>Bears have long, powerful limbs with strong claws used in climbing trees, digging and grubbing. The scapula has a post-scapular </a:t>
            </a:r>
            <a:r>
              <a:rPr lang="en-US" sz="1800" dirty="0" err="1" smtClean="0"/>
              <a:t>fossa</a:t>
            </a:r>
            <a:r>
              <a:rPr lang="en-US" sz="1800" dirty="0" smtClean="0"/>
              <a:t> for the attachment of the </a:t>
            </a:r>
            <a:r>
              <a:rPr lang="en-US" sz="1800" dirty="0" err="1" smtClean="0"/>
              <a:t>subscapularis</a:t>
            </a:r>
            <a:r>
              <a:rPr lang="en-US" sz="1800" dirty="0" smtClean="0"/>
              <a:t> minor muscle which prevents the </a:t>
            </a:r>
            <a:r>
              <a:rPr lang="en-US" sz="1800" dirty="0" err="1" smtClean="0"/>
              <a:t>humeri</a:t>
            </a:r>
            <a:r>
              <a:rPr lang="en-US" sz="1800" dirty="0" smtClean="0"/>
              <a:t> popping out of their joints as a bear hauls its large body weight up trees.</a:t>
            </a:r>
            <a:endParaRPr lang="en-US" sz="1800" b="1" dirty="0" smtClean="0"/>
          </a:p>
          <a:p>
            <a:pPr eaLnBrk="1" hangingPunct="1">
              <a:lnSpc>
                <a:spcPct val="80000"/>
              </a:lnSpc>
              <a:defRPr/>
            </a:pPr>
            <a:r>
              <a:rPr lang="en-US" sz="1800" b="1" dirty="0" smtClean="0"/>
              <a:t>Grinding Molars:</a:t>
            </a:r>
            <a:r>
              <a:rPr lang="en-US" sz="1800" dirty="0" smtClean="0"/>
              <a:t> The premolars of bears are much smaller than other carnivores and often lost at old age. The molars are broadened and flattened for crushing and grinding up tough vegetable matter.</a:t>
            </a:r>
            <a:endParaRPr lang="en-US" sz="1800" b="1" dirty="0" smtClean="0"/>
          </a:p>
          <a:p>
            <a:pPr eaLnBrk="1" hangingPunct="1">
              <a:lnSpc>
                <a:spcPct val="80000"/>
              </a:lnSpc>
              <a:defRPr/>
            </a:pPr>
            <a:r>
              <a:rPr lang="en-US" sz="1800" b="1" dirty="0" smtClean="0"/>
              <a:t>Long Muzzle: </a:t>
            </a:r>
            <a:r>
              <a:rPr lang="en-US" sz="1800" dirty="0" smtClean="0"/>
              <a:t>The long, powerful muzzle with its mobile snout and protruding lips are important for digging and grubbing. The long muzzle is also a place for olfactory epithelium which accounts for the excellent sense of smell.</a:t>
            </a:r>
            <a:endParaRPr lang="en-US" sz="1800" b="1" dirty="0" smtClean="0"/>
          </a:p>
          <a:p>
            <a:pPr eaLnBrk="1" hangingPunct="1">
              <a:lnSpc>
                <a:spcPct val="80000"/>
              </a:lnSpc>
              <a:defRPr/>
            </a:pPr>
            <a:r>
              <a:rPr lang="en-US" sz="1800" b="1" dirty="0" smtClean="0"/>
              <a:t>Vestigial Tail:</a:t>
            </a:r>
            <a:r>
              <a:rPr lang="en-US" sz="1800" dirty="0" smtClean="0"/>
              <a:t> Unlike many other carnivores bears have a tail with no specialized function.</a:t>
            </a:r>
          </a:p>
        </p:txBody>
      </p:sp>
      <p:pic>
        <p:nvPicPr>
          <p:cNvPr id="31748" name="Picture 4" descr="SL00644_"/>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228600"/>
            <a:ext cx="135413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9" presetClass="entr" presetSubtype="0" fill="hold" grpId="0" nodeType="withEffect">
                                  <p:stCondLst>
                                    <p:cond delay="0"/>
                                  </p:stCondLst>
                                  <p:childTnLst>
                                    <p:set>
                                      <p:cBhvr>
                                        <p:cTn id="6" dur="1" fill="hold">
                                          <p:stCondLst>
                                            <p:cond delay="0"/>
                                          </p:stCondLst>
                                        </p:cTn>
                                        <p:tgtEl>
                                          <p:spTgt spid="323586"/>
                                        </p:tgtEl>
                                        <p:attrNameLst>
                                          <p:attrName>style.visibility</p:attrName>
                                        </p:attrNameLst>
                                      </p:cBhvr>
                                      <p:to>
                                        <p:strVal val="visible"/>
                                      </p:to>
                                    </p:set>
                                    <p:anim calcmode="lin" valueType="num">
                                      <p:cBhvr>
                                        <p:cTn id="7" dur="1000" fill="hold"/>
                                        <p:tgtEl>
                                          <p:spTgt spid="323586"/>
                                        </p:tgtEl>
                                        <p:attrNameLst>
                                          <p:attrName>ppt_x</p:attrName>
                                        </p:attrNameLst>
                                      </p:cBhvr>
                                      <p:tavLst>
                                        <p:tav tm="0">
                                          <p:val>
                                            <p:strVal val="#ppt_x-.2"/>
                                          </p:val>
                                        </p:tav>
                                        <p:tav tm="100000">
                                          <p:val>
                                            <p:strVal val="#ppt_x"/>
                                          </p:val>
                                        </p:tav>
                                      </p:tavLst>
                                    </p:anim>
                                    <p:anim calcmode="lin" valueType="num">
                                      <p:cBhvr>
                                        <p:cTn id="8" dur="1000" fill="hold"/>
                                        <p:tgtEl>
                                          <p:spTgt spid="323586"/>
                                        </p:tgtEl>
                                        <p:attrNameLst>
                                          <p:attrName>ppt_y</p:attrName>
                                        </p:attrNameLst>
                                      </p:cBhvr>
                                      <p:tavLst>
                                        <p:tav tm="0">
                                          <p:val>
                                            <p:strVal val="#ppt_y"/>
                                          </p:val>
                                        </p:tav>
                                        <p:tav tm="100000">
                                          <p:val>
                                            <p:strVal val="#ppt_y"/>
                                          </p:val>
                                        </p:tav>
                                      </p:tavLst>
                                    </p:anim>
                                    <p:animEffect transition="in" filter="wipe(right)" prLst="gradientSize: 0.1">
                                      <p:cBhvr>
                                        <p:cTn id="9" dur="1000"/>
                                        <p:tgtEl>
                                          <p:spTgt spid="323586"/>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323587">
                                            <p:txEl>
                                              <p:pRg st="0" end="0"/>
                                            </p:txEl>
                                          </p:spTgt>
                                        </p:tgtEl>
                                        <p:attrNameLst>
                                          <p:attrName>style.visibility</p:attrName>
                                        </p:attrNameLst>
                                      </p:cBhvr>
                                      <p:to>
                                        <p:strVal val="visible"/>
                                      </p:to>
                                    </p:set>
                                    <p:animEffect transition="in" filter="fade">
                                      <p:cBhvr>
                                        <p:cTn id="14" dur="500"/>
                                        <p:tgtEl>
                                          <p:spTgt spid="323587">
                                            <p:txEl>
                                              <p:pRg st="0" end="0"/>
                                            </p:txEl>
                                          </p:spTgt>
                                        </p:tgtEl>
                                      </p:cBhvr>
                                    </p:animEffect>
                                    <p:anim calcmode="lin" valueType="num">
                                      <p:cBhvr>
                                        <p:cTn id="15" dur="500" fill="hold"/>
                                        <p:tgtEl>
                                          <p:spTgt spid="323587">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323587">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323587">
                                            <p:txEl>
                                              <p:pRg st="1" end="1"/>
                                            </p:txEl>
                                          </p:spTgt>
                                        </p:tgtEl>
                                        <p:attrNameLst>
                                          <p:attrName>style.visibility</p:attrName>
                                        </p:attrNameLst>
                                      </p:cBhvr>
                                      <p:to>
                                        <p:strVal val="visible"/>
                                      </p:to>
                                    </p:set>
                                    <p:animEffect transition="in" filter="fade">
                                      <p:cBhvr>
                                        <p:cTn id="21" dur="500"/>
                                        <p:tgtEl>
                                          <p:spTgt spid="323587">
                                            <p:txEl>
                                              <p:pRg st="1" end="1"/>
                                            </p:txEl>
                                          </p:spTgt>
                                        </p:tgtEl>
                                      </p:cBhvr>
                                    </p:animEffect>
                                    <p:anim calcmode="lin" valueType="num">
                                      <p:cBhvr>
                                        <p:cTn id="22" dur="500" fill="hold"/>
                                        <p:tgtEl>
                                          <p:spTgt spid="323587">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323587">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323587">
                                            <p:txEl>
                                              <p:pRg st="2" end="2"/>
                                            </p:txEl>
                                          </p:spTgt>
                                        </p:tgtEl>
                                        <p:attrNameLst>
                                          <p:attrName>style.visibility</p:attrName>
                                        </p:attrNameLst>
                                      </p:cBhvr>
                                      <p:to>
                                        <p:strVal val="visible"/>
                                      </p:to>
                                    </p:set>
                                    <p:animEffect transition="in" filter="fade">
                                      <p:cBhvr>
                                        <p:cTn id="28" dur="500"/>
                                        <p:tgtEl>
                                          <p:spTgt spid="323587">
                                            <p:txEl>
                                              <p:pRg st="2" end="2"/>
                                            </p:txEl>
                                          </p:spTgt>
                                        </p:tgtEl>
                                      </p:cBhvr>
                                    </p:animEffect>
                                    <p:anim calcmode="lin" valueType="num">
                                      <p:cBhvr>
                                        <p:cTn id="29" dur="500" fill="hold"/>
                                        <p:tgtEl>
                                          <p:spTgt spid="323587">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323587">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4" presetClass="entr" presetSubtype="0" fill="hold" grpId="0" nodeType="clickEffect">
                                  <p:stCondLst>
                                    <p:cond delay="0"/>
                                  </p:stCondLst>
                                  <p:childTnLst>
                                    <p:set>
                                      <p:cBhvr>
                                        <p:cTn id="34" dur="1" fill="hold">
                                          <p:stCondLst>
                                            <p:cond delay="0"/>
                                          </p:stCondLst>
                                        </p:cTn>
                                        <p:tgtEl>
                                          <p:spTgt spid="323587">
                                            <p:txEl>
                                              <p:pRg st="3" end="3"/>
                                            </p:txEl>
                                          </p:spTgt>
                                        </p:tgtEl>
                                        <p:attrNameLst>
                                          <p:attrName>style.visibility</p:attrName>
                                        </p:attrNameLst>
                                      </p:cBhvr>
                                      <p:to>
                                        <p:strVal val="visible"/>
                                      </p:to>
                                    </p:set>
                                    <p:animEffect transition="in" filter="fade">
                                      <p:cBhvr>
                                        <p:cTn id="35" dur="500"/>
                                        <p:tgtEl>
                                          <p:spTgt spid="323587">
                                            <p:txEl>
                                              <p:pRg st="3" end="3"/>
                                            </p:txEl>
                                          </p:spTgt>
                                        </p:tgtEl>
                                      </p:cBhvr>
                                    </p:animEffect>
                                    <p:anim calcmode="lin" valueType="num">
                                      <p:cBhvr>
                                        <p:cTn id="36" dur="500" fill="hold"/>
                                        <p:tgtEl>
                                          <p:spTgt spid="323587">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323587">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4" presetClass="entr" presetSubtype="0" fill="hold" grpId="0" nodeType="clickEffect">
                                  <p:stCondLst>
                                    <p:cond delay="0"/>
                                  </p:stCondLst>
                                  <p:childTnLst>
                                    <p:set>
                                      <p:cBhvr>
                                        <p:cTn id="41" dur="1" fill="hold">
                                          <p:stCondLst>
                                            <p:cond delay="0"/>
                                          </p:stCondLst>
                                        </p:cTn>
                                        <p:tgtEl>
                                          <p:spTgt spid="323587">
                                            <p:txEl>
                                              <p:pRg st="4" end="4"/>
                                            </p:txEl>
                                          </p:spTgt>
                                        </p:tgtEl>
                                        <p:attrNameLst>
                                          <p:attrName>style.visibility</p:attrName>
                                        </p:attrNameLst>
                                      </p:cBhvr>
                                      <p:to>
                                        <p:strVal val="visible"/>
                                      </p:to>
                                    </p:set>
                                    <p:animEffect transition="in" filter="fade">
                                      <p:cBhvr>
                                        <p:cTn id="42" dur="500"/>
                                        <p:tgtEl>
                                          <p:spTgt spid="323587">
                                            <p:txEl>
                                              <p:pRg st="4" end="4"/>
                                            </p:txEl>
                                          </p:spTgt>
                                        </p:tgtEl>
                                      </p:cBhvr>
                                    </p:animEffect>
                                    <p:anim calcmode="lin" valueType="num">
                                      <p:cBhvr>
                                        <p:cTn id="43" dur="500" fill="hold"/>
                                        <p:tgtEl>
                                          <p:spTgt spid="323587">
                                            <p:txEl>
                                              <p:pRg st="4" end="4"/>
                                            </p:txEl>
                                          </p:spTgt>
                                        </p:tgtEl>
                                        <p:attrNameLst>
                                          <p:attrName>ppt_x</p:attrName>
                                        </p:attrNameLst>
                                      </p:cBhvr>
                                      <p:tavLst>
                                        <p:tav tm="0">
                                          <p:val>
                                            <p:strVal val="#ppt_x"/>
                                          </p:val>
                                        </p:tav>
                                        <p:tav tm="100000">
                                          <p:val>
                                            <p:strVal val="#ppt_x"/>
                                          </p:val>
                                        </p:tav>
                                      </p:tavLst>
                                    </p:anim>
                                    <p:anim calcmode="lin" valueType="num">
                                      <p:cBhvr>
                                        <p:cTn id="44" dur="500" fill="hold"/>
                                        <p:tgtEl>
                                          <p:spTgt spid="323587">
                                            <p:txEl>
                                              <p:pRg st="4" end="4"/>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586" grpId="0"/>
      <p:bldP spid="32358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447800"/>
            <a:ext cx="8540750" cy="685800"/>
          </a:xfrm>
        </p:spPr>
        <p:txBody>
          <a:bodyPr/>
          <a:lstStyle/>
          <a:p>
            <a:pPr>
              <a:defRPr/>
            </a:pPr>
            <a:r>
              <a:rPr lang="en-US" dirty="0" smtClean="0"/>
              <a:t>Example of bad animations</a:t>
            </a:r>
            <a:endParaRPr lang="en-US" dirty="0"/>
          </a:p>
        </p:txBody>
      </p:sp>
      <p:sp>
        <p:nvSpPr>
          <p:cNvPr id="4" name="Content Placeholder 2"/>
          <p:cNvSpPr txBox="1">
            <a:spLocks/>
          </p:cNvSpPr>
          <p:nvPr/>
        </p:nvSpPr>
        <p:spPr bwMode="auto">
          <a:xfrm>
            <a:off x="228600" y="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7" name="Content Placeholder 2"/>
          <p:cNvSpPr txBox="1">
            <a:spLocks/>
          </p:cNvSpPr>
          <p:nvPr/>
        </p:nvSpPr>
        <p:spPr bwMode="auto">
          <a:xfrm>
            <a:off x="76200" y="25908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8" name="Content Placeholder 2"/>
          <p:cNvSpPr txBox="1">
            <a:spLocks/>
          </p:cNvSpPr>
          <p:nvPr/>
        </p:nvSpPr>
        <p:spPr bwMode="auto">
          <a:xfrm>
            <a:off x="76200" y="3124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9" name="Content Placeholder 2"/>
          <p:cNvSpPr txBox="1">
            <a:spLocks/>
          </p:cNvSpPr>
          <p:nvPr/>
        </p:nvSpPr>
        <p:spPr bwMode="auto">
          <a:xfrm>
            <a:off x="76200" y="37338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0" name="Content Placeholder 2"/>
          <p:cNvSpPr txBox="1">
            <a:spLocks/>
          </p:cNvSpPr>
          <p:nvPr/>
        </p:nvSpPr>
        <p:spPr bwMode="auto">
          <a:xfrm>
            <a:off x="152400" y="43434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1" name="Content Placeholder 2"/>
          <p:cNvSpPr txBox="1">
            <a:spLocks/>
          </p:cNvSpPr>
          <p:nvPr/>
        </p:nvSpPr>
        <p:spPr bwMode="auto">
          <a:xfrm>
            <a:off x="152400" y="48768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2" name="Content Placeholder 2"/>
          <p:cNvSpPr txBox="1">
            <a:spLocks/>
          </p:cNvSpPr>
          <p:nvPr/>
        </p:nvSpPr>
        <p:spPr bwMode="auto">
          <a:xfrm>
            <a:off x="228600" y="54864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3" name="Content Placeholder 2"/>
          <p:cNvSpPr txBox="1">
            <a:spLocks/>
          </p:cNvSpPr>
          <p:nvPr/>
        </p:nvSpPr>
        <p:spPr bwMode="auto">
          <a:xfrm>
            <a:off x="152400" y="6172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4" name="Content Placeholder 2"/>
          <p:cNvSpPr txBox="1">
            <a:spLocks/>
          </p:cNvSpPr>
          <p:nvPr/>
        </p:nvSpPr>
        <p:spPr bwMode="auto">
          <a:xfrm>
            <a:off x="152400" y="1981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5" name="Content Placeholder 2"/>
          <p:cNvSpPr txBox="1">
            <a:spLocks/>
          </p:cNvSpPr>
          <p:nvPr/>
        </p:nvSpPr>
        <p:spPr bwMode="auto">
          <a:xfrm>
            <a:off x="228600" y="457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6" name="Content Placeholder 2"/>
          <p:cNvSpPr txBox="1">
            <a:spLocks/>
          </p:cNvSpPr>
          <p:nvPr/>
        </p:nvSpPr>
        <p:spPr bwMode="auto">
          <a:xfrm>
            <a:off x="152400" y="9906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from="(-#ppt_w/2)" to="(#ppt_x)" calcmode="lin" valueType="num">
                                      <p:cBhvr>
                                        <p:cTn id="7" dur="600" fill="hold">
                                          <p:stCondLst>
                                            <p:cond delay="0"/>
                                          </p:stCondLst>
                                        </p:cTn>
                                        <p:tgtEl>
                                          <p:spTgt spid="4"/>
                                        </p:tgtEl>
                                        <p:attrNameLst>
                                          <p:attrName>ppt_x</p:attrName>
                                        </p:attrNameLst>
                                      </p:cBhvr>
                                    </p:anim>
                                    <p:anim from="0" to="-1.0" calcmode="lin" valueType="num">
                                      <p:cBhvr>
                                        <p:cTn id="8" dur="200" decel="50000" autoRev="1" fill="hold">
                                          <p:stCondLst>
                                            <p:cond delay="600"/>
                                          </p:stCondLst>
                                        </p:cTn>
                                        <p:tgtEl>
                                          <p:spTgt spid="4"/>
                                        </p:tgtEl>
                                        <p:attrNameLst>
                                          <p:attrName>xshear</p:attrName>
                                        </p:attrNameLst>
                                      </p:cBhvr>
                                    </p:anim>
                                    <p:animScale>
                                      <p:cBhvr>
                                        <p:cTn id="9" dur="200" decel="100000" autoRev="1" fill="hold">
                                          <p:stCondLst>
                                            <p:cond delay="600"/>
                                          </p:stCondLst>
                                        </p:cTn>
                                        <p:tgtEl>
                                          <p:spTgt spid="4"/>
                                        </p:tgtEl>
                                      </p:cBhvr>
                                      <p:from x="100000" y="100000"/>
                                      <p:to x="80000" y="100000"/>
                                    </p:animScale>
                                    <p:anim by="(#ppt_h/3+#ppt_w*0.1)" calcmode="lin" valueType="num">
                                      <p:cBhvr additive="sum">
                                        <p:cTn id="10" dur="200" decel="100000" autoRev="1" fill="hold">
                                          <p:stCondLst>
                                            <p:cond delay="600"/>
                                          </p:stCondLst>
                                        </p:cTn>
                                        <p:tgtEl>
                                          <p:spTgt spid="4"/>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5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770" decel="100000"/>
                                        <p:tgtEl>
                                          <p:spTgt spid="15"/>
                                        </p:tgtEl>
                                      </p:cBhvr>
                                    </p:animEffect>
                                    <p:animScale>
                                      <p:cBhvr>
                                        <p:cTn id="16" dur="770" decel="100000"/>
                                        <p:tgtEl>
                                          <p:spTgt spid="15"/>
                                        </p:tgtEl>
                                      </p:cBhvr>
                                      <p:from x="10000" y="10000"/>
                                      <p:to x="200000" y="450000"/>
                                    </p:animScale>
                                    <p:animScale>
                                      <p:cBhvr>
                                        <p:cTn id="17" dur="1230" accel="100000" fill="hold">
                                          <p:stCondLst>
                                            <p:cond delay="770"/>
                                          </p:stCondLst>
                                        </p:cTn>
                                        <p:tgtEl>
                                          <p:spTgt spid="15"/>
                                        </p:tgtEl>
                                      </p:cBhvr>
                                      <p:from x="200000" y="450000"/>
                                      <p:to x="100000" y="100000"/>
                                    </p:animScale>
                                    <p:set>
                                      <p:cBhvr>
                                        <p:cTn id="18" dur="770" fill="hold"/>
                                        <p:tgtEl>
                                          <p:spTgt spid="15"/>
                                        </p:tgtEl>
                                        <p:attrNameLst>
                                          <p:attrName>ppt_x</p:attrName>
                                        </p:attrNameLst>
                                      </p:cBhvr>
                                      <p:to>
                                        <p:strVal val="(0.5)"/>
                                      </p:to>
                                    </p:set>
                                    <p:anim from="(0.5)" to="(#ppt_x)" calcmode="lin" valueType="num">
                                      <p:cBhvr>
                                        <p:cTn id="19" dur="1230" accel="100000" fill="hold">
                                          <p:stCondLst>
                                            <p:cond delay="770"/>
                                          </p:stCondLst>
                                        </p:cTn>
                                        <p:tgtEl>
                                          <p:spTgt spid="15"/>
                                        </p:tgtEl>
                                        <p:attrNameLst>
                                          <p:attrName>ppt_x</p:attrName>
                                        </p:attrNameLst>
                                      </p:cBhvr>
                                    </p:anim>
                                    <p:set>
                                      <p:cBhvr>
                                        <p:cTn id="20" dur="770" fill="hold"/>
                                        <p:tgtEl>
                                          <p:spTgt spid="15"/>
                                        </p:tgtEl>
                                        <p:attrNameLst>
                                          <p:attrName>ppt_y</p:attrName>
                                        </p:attrNameLst>
                                      </p:cBhvr>
                                      <p:to>
                                        <p:strVal val="(#ppt_y+0.4)"/>
                                      </p:to>
                                    </p:set>
                                    <p:anim from="(#ppt_y+0.4)" to="(#ppt_y)" calcmode="lin" valueType="num">
                                      <p:cBhvr>
                                        <p:cTn id="21" dur="1230" accel="100000" fill="hold">
                                          <p:stCondLst>
                                            <p:cond delay="770"/>
                                          </p:stCondLst>
                                        </p:cTn>
                                        <p:tgtEl>
                                          <p:spTgt spid="15"/>
                                        </p:tgtEl>
                                        <p:attrNameLst>
                                          <p:attrName>ppt_y</p:attrName>
                                        </p:attrNameLst>
                                      </p:cBhvr>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6" presetClass="entr" presetSubtype="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down)">
                                      <p:cBhvr>
                                        <p:cTn id="26" dur="580">
                                          <p:stCondLst>
                                            <p:cond delay="0"/>
                                          </p:stCondLst>
                                        </p:cTn>
                                        <p:tgtEl>
                                          <p:spTgt spid="16"/>
                                        </p:tgtEl>
                                      </p:cBhvr>
                                    </p:animEffect>
                                    <p:anim calcmode="lin" valueType="num">
                                      <p:cBhvr>
                                        <p:cTn id="27"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28"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29"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30"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31"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32" dur="26">
                                          <p:stCondLst>
                                            <p:cond delay="650"/>
                                          </p:stCondLst>
                                        </p:cTn>
                                        <p:tgtEl>
                                          <p:spTgt spid="16"/>
                                        </p:tgtEl>
                                      </p:cBhvr>
                                      <p:to x="100000" y="60000"/>
                                    </p:animScale>
                                    <p:animScale>
                                      <p:cBhvr>
                                        <p:cTn id="33" dur="166" decel="50000">
                                          <p:stCondLst>
                                            <p:cond delay="676"/>
                                          </p:stCondLst>
                                        </p:cTn>
                                        <p:tgtEl>
                                          <p:spTgt spid="16"/>
                                        </p:tgtEl>
                                      </p:cBhvr>
                                      <p:to x="100000" y="100000"/>
                                    </p:animScale>
                                    <p:animScale>
                                      <p:cBhvr>
                                        <p:cTn id="34" dur="26">
                                          <p:stCondLst>
                                            <p:cond delay="1312"/>
                                          </p:stCondLst>
                                        </p:cTn>
                                        <p:tgtEl>
                                          <p:spTgt spid="16"/>
                                        </p:tgtEl>
                                      </p:cBhvr>
                                      <p:to x="100000" y="80000"/>
                                    </p:animScale>
                                    <p:animScale>
                                      <p:cBhvr>
                                        <p:cTn id="35" dur="166" decel="50000">
                                          <p:stCondLst>
                                            <p:cond delay="1338"/>
                                          </p:stCondLst>
                                        </p:cTn>
                                        <p:tgtEl>
                                          <p:spTgt spid="16"/>
                                        </p:tgtEl>
                                      </p:cBhvr>
                                      <p:to x="100000" y="100000"/>
                                    </p:animScale>
                                    <p:animScale>
                                      <p:cBhvr>
                                        <p:cTn id="36" dur="26">
                                          <p:stCondLst>
                                            <p:cond delay="1642"/>
                                          </p:stCondLst>
                                        </p:cTn>
                                        <p:tgtEl>
                                          <p:spTgt spid="16"/>
                                        </p:tgtEl>
                                      </p:cBhvr>
                                      <p:to x="100000" y="90000"/>
                                    </p:animScale>
                                    <p:animScale>
                                      <p:cBhvr>
                                        <p:cTn id="37" dur="166" decel="50000">
                                          <p:stCondLst>
                                            <p:cond delay="1668"/>
                                          </p:stCondLst>
                                        </p:cTn>
                                        <p:tgtEl>
                                          <p:spTgt spid="16"/>
                                        </p:tgtEl>
                                      </p:cBhvr>
                                      <p:to x="100000" y="100000"/>
                                    </p:animScale>
                                    <p:animScale>
                                      <p:cBhvr>
                                        <p:cTn id="38" dur="26">
                                          <p:stCondLst>
                                            <p:cond delay="1808"/>
                                          </p:stCondLst>
                                        </p:cTn>
                                        <p:tgtEl>
                                          <p:spTgt spid="16"/>
                                        </p:tgtEl>
                                      </p:cBhvr>
                                      <p:to x="100000" y="95000"/>
                                    </p:animScale>
                                    <p:animScale>
                                      <p:cBhvr>
                                        <p:cTn id="39" dur="166" decel="50000">
                                          <p:stCondLst>
                                            <p:cond delay="1834"/>
                                          </p:stCondLst>
                                        </p:cTn>
                                        <p:tgtEl>
                                          <p:spTgt spid="16"/>
                                        </p:tgtEl>
                                      </p:cBhvr>
                                      <p:to x="100000" y="100000"/>
                                    </p:animScale>
                                  </p:childTnLst>
                                </p:cTn>
                              </p:par>
                            </p:childTnLst>
                          </p:cTn>
                        </p:par>
                      </p:childTnLst>
                    </p:cTn>
                  </p:par>
                  <p:par>
                    <p:cTn id="40" fill="hold" nodeType="clickPar">
                      <p:stCondLst>
                        <p:cond delay="indefinite"/>
                      </p:stCondLst>
                      <p:childTnLst>
                        <p:par>
                          <p:cTn id="41" fill="hold" nodeType="withGroup">
                            <p:stCondLst>
                              <p:cond delay="0"/>
                            </p:stCondLst>
                            <p:childTnLst>
                              <p:par>
                                <p:cTn id="42" presetID="28" presetClass="entr" presetSubtype="0" fill="hold" grpId="0" nodeType="clickEffect">
                                  <p:stCondLst>
                                    <p:cond delay="0"/>
                                  </p:stCondLst>
                                  <p:childTnLst>
                                    <p:set>
                                      <p:cBhvr>
                                        <p:cTn id="43" dur="1" fill="hold">
                                          <p:stCondLst>
                                            <p:cond delay="0"/>
                                          </p:stCondLst>
                                        </p:cTn>
                                        <p:tgtEl>
                                          <p:spTgt spid="3">
                                            <p:txEl>
                                              <p:pRg st="0" end="0"/>
                                            </p:txEl>
                                          </p:spTgt>
                                        </p:tgtEl>
                                        <p:attrNameLst>
                                          <p:attrName>style.visibility</p:attrName>
                                        </p:attrNameLst>
                                      </p:cBhvr>
                                      <p:to>
                                        <p:strVal val="visible"/>
                                      </p:to>
                                    </p:set>
                                    <p:anim calcmode="lin" valueType="num">
                                      <p:cBhvr>
                                        <p:cTn id="44" dur="15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45" dur="15000" fill="hold"/>
                                        <p:tgtEl>
                                          <p:spTgt spid="3">
                                            <p:txEl>
                                              <p:pRg st="0" end="0"/>
                                            </p:txEl>
                                          </p:spTgt>
                                        </p:tgtEl>
                                        <p:attrNameLst>
                                          <p:attrName>ppt_y</p:attrName>
                                        </p:attrNameLst>
                                      </p:cBhvr>
                                      <p:tavLst>
                                        <p:tav tm="0">
                                          <p:val>
                                            <p:strVal val="#ppt_y+1"/>
                                          </p:val>
                                        </p:tav>
                                        <p:tav tm="100000">
                                          <p:val>
                                            <p:strVal val="#ppt_y-1"/>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19" presetClass="entr" presetSubtype="10"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p:cTn id="50" dur="5000" fill="hold"/>
                                        <p:tgtEl>
                                          <p:spTgt spid="14"/>
                                        </p:tgtEl>
                                        <p:attrNameLst>
                                          <p:attrName>ppt_w</p:attrName>
                                        </p:attrNameLst>
                                      </p:cBhvr>
                                      <p:tavLst>
                                        <p:tav tm="0" fmla="#ppt_w*sin(2.5*pi*$)">
                                          <p:val>
                                            <p:fltVal val="0"/>
                                          </p:val>
                                        </p:tav>
                                        <p:tav tm="100000">
                                          <p:val>
                                            <p:fltVal val="1"/>
                                          </p:val>
                                        </p:tav>
                                      </p:tavLst>
                                    </p:anim>
                                    <p:anim calcmode="lin" valueType="num">
                                      <p:cBhvr>
                                        <p:cTn id="51" dur="50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49" presetClass="entr" presetSubtype="0" decel="100000" fill="hold" grpId="0" nodeType="clickEffect">
                                  <p:stCondLst>
                                    <p:cond delay="0"/>
                                  </p:stCondLst>
                                  <p:childTnLst>
                                    <p:set>
                                      <p:cBhvr>
                                        <p:cTn id="55" dur="1" fill="hold">
                                          <p:stCondLst>
                                            <p:cond delay="0"/>
                                          </p:stCondLst>
                                        </p:cTn>
                                        <p:tgtEl>
                                          <p:spTgt spid="7"/>
                                        </p:tgtEl>
                                        <p:attrNameLst>
                                          <p:attrName>style.visibility</p:attrName>
                                        </p:attrNameLst>
                                      </p:cBhvr>
                                      <p:to>
                                        <p:strVal val="visible"/>
                                      </p:to>
                                    </p:set>
                                    <p:anim calcmode="lin" valueType="num">
                                      <p:cBhvr>
                                        <p:cTn id="56" dur="500" fill="hold"/>
                                        <p:tgtEl>
                                          <p:spTgt spid="7"/>
                                        </p:tgtEl>
                                        <p:attrNameLst>
                                          <p:attrName>ppt_w</p:attrName>
                                        </p:attrNameLst>
                                      </p:cBhvr>
                                      <p:tavLst>
                                        <p:tav tm="0">
                                          <p:val>
                                            <p:fltVal val="0"/>
                                          </p:val>
                                        </p:tav>
                                        <p:tav tm="100000">
                                          <p:val>
                                            <p:strVal val="#ppt_w"/>
                                          </p:val>
                                        </p:tav>
                                      </p:tavLst>
                                    </p:anim>
                                    <p:anim calcmode="lin" valueType="num">
                                      <p:cBhvr>
                                        <p:cTn id="57" dur="500" fill="hold"/>
                                        <p:tgtEl>
                                          <p:spTgt spid="7"/>
                                        </p:tgtEl>
                                        <p:attrNameLst>
                                          <p:attrName>ppt_h</p:attrName>
                                        </p:attrNameLst>
                                      </p:cBhvr>
                                      <p:tavLst>
                                        <p:tav tm="0">
                                          <p:val>
                                            <p:fltVal val="0"/>
                                          </p:val>
                                        </p:tav>
                                        <p:tav tm="100000">
                                          <p:val>
                                            <p:strVal val="#ppt_h"/>
                                          </p:val>
                                        </p:tav>
                                      </p:tavLst>
                                    </p:anim>
                                    <p:anim calcmode="lin" valueType="num">
                                      <p:cBhvr>
                                        <p:cTn id="58" dur="500" fill="hold"/>
                                        <p:tgtEl>
                                          <p:spTgt spid="7"/>
                                        </p:tgtEl>
                                        <p:attrNameLst>
                                          <p:attrName>style.rotation</p:attrName>
                                        </p:attrNameLst>
                                      </p:cBhvr>
                                      <p:tavLst>
                                        <p:tav tm="0">
                                          <p:val>
                                            <p:fltVal val="360"/>
                                          </p:val>
                                        </p:tav>
                                        <p:tav tm="100000">
                                          <p:val>
                                            <p:fltVal val="0"/>
                                          </p:val>
                                        </p:tav>
                                      </p:tavLst>
                                    </p:anim>
                                    <p:animEffect transition="in" filter="fade">
                                      <p:cBhvr>
                                        <p:cTn id="59" dur="500"/>
                                        <p:tgtEl>
                                          <p:spTgt spid="7"/>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40" presetClass="entr" presetSubtype="0" fill="hold" grpId="0" nodeType="clickEffect">
                                  <p:stCondLst>
                                    <p:cond delay="0"/>
                                  </p:stCondLst>
                                  <p:iterate type="lt">
                                    <p:tmPct val="10000"/>
                                  </p:iterate>
                                  <p:childTnLst>
                                    <p:set>
                                      <p:cBhvr>
                                        <p:cTn id="63" dur="1" fill="hold">
                                          <p:stCondLst>
                                            <p:cond delay="0"/>
                                          </p:stCondLst>
                                        </p:cTn>
                                        <p:tgtEl>
                                          <p:spTgt spid="8"/>
                                        </p:tgtEl>
                                        <p:attrNameLst>
                                          <p:attrName>style.visibility</p:attrName>
                                        </p:attrNameLst>
                                      </p:cBhvr>
                                      <p:to>
                                        <p:strVal val="visible"/>
                                      </p:to>
                                    </p:set>
                                    <p:animEffect transition="in" filter="fade">
                                      <p:cBhvr>
                                        <p:cTn id="64" dur="1000"/>
                                        <p:tgtEl>
                                          <p:spTgt spid="8"/>
                                        </p:tgtEl>
                                      </p:cBhvr>
                                    </p:animEffect>
                                    <p:anim calcmode="lin" valueType="num">
                                      <p:cBhvr>
                                        <p:cTn id="65" dur="1000" fill="hold"/>
                                        <p:tgtEl>
                                          <p:spTgt spid="8"/>
                                        </p:tgtEl>
                                        <p:attrNameLst>
                                          <p:attrName>ppt_x</p:attrName>
                                        </p:attrNameLst>
                                      </p:cBhvr>
                                      <p:tavLst>
                                        <p:tav tm="0">
                                          <p:val>
                                            <p:strVal val="#ppt_x-.1"/>
                                          </p:val>
                                        </p:tav>
                                        <p:tav tm="100000">
                                          <p:val>
                                            <p:strVal val="#ppt_x"/>
                                          </p:val>
                                        </p:tav>
                                      </p:tavLst>
                                    </p:anim>
                                    <p:anim calcmode="lin" valueType="num">
                                      <p:cBhvr>
                                        <p:cTn id="66" dur="10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38" presetClass="entr" presetSubtype="0" accel="50000" fill="hold" grpId="0" nodeType="clickEffect">
                                  <p:stCondLst>
                                    <p:cond delay="0"/>
                                  </p:stCondLst>
                                  <p:iterate type="lt">
                                    <p:tmPct val="50000"/>
                                  </p:iterate>
                                  <p:childTnLst>
                                    <p:set>
                                      <p:cBhvr>
                                        <p:cTn id="70" dur="1" fill="hold">
                                          <p:stCondLst>
                                            <p:cond delay="0"/>
                                          </p:stCondLst>
                                        </p:cTn>
                                        <p:tgtEl>
                                          <p:spTgt spid="9"/>
                                        </p:tgtEl>
                                        <p:attrNameLst>
                                          <p:attrName>style.visibility</p:attrName>
                                        </p:attrNameLst>
                                      </p:cBhvr>
                                      <p:to>
                                        <p:strVal val="visible"/>
                                      </p:to>
                                    </p:set>
                                    <p:set>
                                      <p:cBhvr>
                                        <p:cTn id="71" dur="455" fill="hold">
                                          <p:stCondLst>
                                            <p:cond delay="0"/>
                                          </p:stCondLst>
                                        </p:cTn>
                                        <p:tgtEl>
                                          <p:spTgt spid="9"/>
                                        </p:tgtEl>
                                        <p:attrNameLst>
                                          <p:attrName>style.rotation</p:attrName>
                                        </p:attrNameLst>
                                      </p:cBhvr>
                                      <p:to>
                                        <p:strVal val="-45.0"/>
                                      </p:to>
                                    </p:set>
                                    <p:anim calcmode="lin" valueType="num">
                                      <p:cBhvr>
                                        <p:cTn id="72" dur="455" fill="hold">
                                          <p:stCondLst>
                                            <p:cond delay="455"/>
                                          </p:stCondLst>
                                        </p:cTn>
                                        <p:tgtEl>
                                          <p:spTgt spid="9"/>
                                        </p:tgtEl>
                                        <p:attrNameLst>
                                          <p:attrName>style.rotation</p:attrName>
                                        </p:attrNameLst>
                                      </p:cBhvr>
                                      <p:tavLst>
                                        <p:tav tm="0">
                                          <p:val>
                                            <p:fltVal val="-45"/>
                                          </p:val>
                                        </p:tav>
                                        <p:tav tm="69900">
                                          <p:val>
                                            <p:fltVal val="45"/>
                                          </p:val>
                                        </p:tav>
                                        <p:tav tm="100000">
                                          <p:val>
                                            <p:fltVal val="0"/>
                                          </p:val>
                                        </p:tav>
                                      </p:tavLst>
                                    </p:anim>
                                    <p:anim calcmode="lin" valueType="num">
                                      <p:cBhvr>
                                        <p:cTn id="73" dur="455" fill="hold">
                                          <p:stCondLst>
                                            <p:cond delay="0"/>
                                          </p:stCondLst>
                                        </p:cTn>
                                        <p:tgtEl>
                                          <p:spTgt spid="9"/>
                                        </p:tgtEl>
                                        <p:attrNameLst>
                                          <p:attrName>ppt_y</p:attrName>
                                        </p:attrNameLst>
                                      </p:cBhvr>
                                      <p:tavLst>
                                        <p:tav tm="0">
                                          <p:val>
                                            <p:strVal val="#ppt_y-1"/>
                                          </p:val>
                                        </p:tav>
                                        <p:tav tm="100000">
                                          <p:val>
                                            <p:strVal val="#ppt_y-(0.354*#ppt_w-0.172*#ppt_h)"/>
                                          </p:val>
                                        </p:tav>
                                      </p:tavLst>
                                    </p:anim>
                                    <p:anim calcmode="lin" valueType="num">
                                      <p:cBhvr>
                                        <p:cTn id="74" dur="156" decel="50000" autoRev="1" fill="hold">
                                          <p:stCondLst>
                                            <p:cond delay="455"/>
                                          </p:stCondLst>
                                        </p:cTn>
                                        <p:tgtEl>
                                          <p:spTgt spid="9"/>
                                        </p:tgtEl>
                                        <p:attrNameLst>
                                          <p:attrName>ppt_y</p:attrName>
                                        </p:attrNameLst>
                                      </p:cBhvr>
                                      <p:tavLst>
                                        <p:tav tm="0">
                                          <p:val>
                                            <p:strVal val="#ppt_y-(0.354*#ppt_w-0.172*#ppt_h)"/>
                                          </p:val>
                                        </p:tav>
                                        <p:tav tm="100000">
                                          <p:val>
                                            <p:strVal val="#ppt_y-(0.354*#ppt_w-0.172*#ppt_h)-#ppt_h/2"/>
                                          </p:val>
                                        </p:tav>
                                      </p:tavLst>
                                    </p:anim>
                                    <p:anim calcmode="lin" valueType="num">
                                      <p:cBhvr>
                                        <p:cTn id="75" dur="136" fill="hold">
                                          <p:stCondLst>
                                            <p:cond delay="864"/>
                                          </p:stCondLst>
                                        </p:cTn>
                                        <p:tgtEl>
                                          <p:spTgt spid="9"/>
                                        </p:tgtEl>
                                        <p:attrNameLst>
                                          <p:attrName>ppt_y</p:attrName>
                                        </p:attrNameLst>
                                      </p:cBhvr>
                                      <p:tavLst>
                                        <p:tav tm="0">
                                          <p:val>
                                            <p:strVal val="#ppt_y-(0.354*#ppt_w-0.172*#ppt_h)"/>
                                          </p:val>
                                        </p:tav>
                                        <p:tav tm="100000">
                                          <p:val>
                                            <p:strVal val="#ppt_y"/>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7" presetClass="entr" presetSubtype="4" fill="hold" grpId="0" nodeType="click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0" fill="hold"/>
                                        <p:tgtEl>
                                          <p:spTgt spid="10"/>
                                        </p:tgtEl>
                                        <p:attrNameLst>
                                          <p:attrName>ppt_x</p:attrName>
                                        </p:attrNameLst>
                                      </p:cBhvr>
                                      <p:tavLst>
                                        <p:tav tm="0">
                                          <p:val>
                                            <p:strVal val="#ppt_x"/>
                                          </p:val>
                                        </p:tav>
                                        <p:tav tm="100000">
                                          <p:val>
                                            <p:strVal val="#ppt_x"/>
                                          </p:val>
                                        </p:tav>
                                      </p:tavLst>
                                    </p:anim>
                                    <p:anim calcmode="lin" valueType="num">
                                      <p:cBhvr additive="base">
                                        <p:cTn id="81" dur="50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28" presetClass="emph" presetSubtype="0" fill="hold" grpId="0" nodeType="clickEffect">
                                  <p:stCondLst>
                                    <p:cond delay="0"/>
                                  </p:stCondLst>
                                  <p:iterate type="lt">
                                    <p:tmPct val="10000"/>
                                  </p:iterate>
                                  <p:childTnLst>
                                    <p:animClr clrSpc="rgb" dir="cw">
                                      <p:cBhvr override="childStyle">
                                        <p:cTn id="85" dur="500" fill="hold"/>
                                        <p:tgtEl>
                                          <p:spTgt spid="11"/>
                                        </p:tgtEl>
                                        <p:attrNameLst>
                                          <p:attrName>style.color</p:attrName>
                                        </p:attrNameLst>
                                      </p:cBhvr>
                                      <p:to>
                                        <a:schemeClr val="accent2"/>
                                      </p:to>
                                    </p:animClr>
                                    <p:animClr clrSpc="rgb" dir="cw">
                                      <p:cBhvr>
                                        <p:cTn id="86" dur="500" fill="hold"/>
                                        <p:tgtEl>
                                          <p:spTgt spid="11"/>
                                        </p:tgtEl>
                                        <p:attrNameLst>
                                          <p:attrName>fillcolor</p:attrName>
                                        </p:attrNameLst>
                                      </p:cBhvr>
                                      <p:to>
                                        <a:schemeClr val="accent2"/>
                                      </p:to>
                                    </p:animClr>
                                    <p:set>
                                      <p:cBhvr>
                                        <p:cTn id="87" dur="500" fill="hold"/>
                                        <p:tgtEl>
                                          <p:spTgt spid="11"/>
                                        </p:tgtEl>
                                        <p:attrNameLst>
                                          <p:attrName>fill.type</p:attrName>
                                        </p:attrNameLst>
                                      </p:cBhvr>
                                      <p:to>
                                        <p:strVal val="solid"/>
                                      </p:to>
                                    </p:set>
                                    <p:anim to="1.5" calcmode="lin" valueType="num">
                                      <p:cBhvr override="childStyle">
                                        <p:cTn id="88" dur="500" fill="hold"/>
                                        <p:tgtEl>
                                          <p:spTgt spid="11"/>
                                        </p:tgtEl>
                                        <p:attrNameLst>
                                          <p:attrName>style.fontSize</p:attrName>
                                        </p:attrNameLst>
                                      </p:cBhvr>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34" presetClass="emph" presetSubtype="0" fill="hold" grpId="0" nodeType="clickEffect">
                                  <p:stCondLst>
                                    <p:cond delay="0"/>
                                  </p:stCondLst>
                                  <p:iterate type="lt">
                                    <p:tmPct val="10000"/>
                                  </p:iterate>
                                  <p:childTnLst>
                                    <p:animMotion origin="layout" path="M 0.0 0.0 L 0.0 -0.07213" pathEditMode="relative" ptsTypes="">
                                      <p:cBhvr>
                                        <p:cTn id="92" dur="250" accel="50000" decel="50000" autoRev="1" fill="hold">
                                          <p:stCondLst>
                                            <p:cond delay="0"/>
                                          </p:stCondLst>
                                        </p:cTn>
                                        <p:tgtEl>
                                          <p:spTgt spid="12"/>
                                        </p:tgtEl>
                                        <p:attrNameLst>
                                          <p:attrName>ppt_x</p:attrName>
                                          <p:attrName>ppt_y</p:attrName>
                                        </p:attrNameLst>
                                      </p:cBhvr>
                                    </p:animMotion>
                                    <p:animRot by="1500000">
                                      <p:cBhvr>
                                        <p:cTn id="93" dur="125" fill="hold">
                                          <p:stCondLst>
                                            <p:cond delay="0"/>
                                          </p:stCondLst>
                                        </p:cTn>
                                        <p:tgtEl>
                                          <p:spTgt spid="12"/>
                                        </p:tgtEl>
                                        <p:attrNameLst>
                                          <p:attrName>r</p:attrName>
                                        </p:attrNameLst>
                                      </p:cBhvr>
                                    </p:animRot>
                                    <p:animRot by="-1500000">
                                      <p:cBhvr>
                                        <p:cTn id="94" dur="125" fill="hold">
                                          <p:stCondLst>
                                            <p:cond delay="125"/>
                                          </p:stCondLst>
                                        </p:cTn>
                                        <p:tgtEl>
                                          <p:spTgt spid="12"/>
                                        </p:tgtEl>
                                        <p:attrNameLst>
                                          <p:attrName>r</p:attrName>
                                        </p:attrNameLst>
                                      </p:cBhvr>
                                    </p:animRot>
                                    <p:animRot by="-1500000">
                                      <p:cBhvr>
                                        <p:cTn id="95" dur="125" fill="hold">
                                          <p:stCondLst>
                                            <p:cond delay="250"/>
                                          </p:stCondLst>
                                        </p:cTn>
                                        <p:tgtEl>
                                          <p:spTgt spid="12"/>
                                        </p:tgtEl>
                                        <p:attrNameLst>
                                          <p:attrName>r</p:attrName>
                                        </p:attrNameLst>
                                      </p:cBhvr>
                                    </p:animRot>
                                    <p:animRot by="1500000">
                                      <p:cBhvr>
                                        <p:cTn id="96" dur="125" fill="hold">
                                          <p:stCondLst>
                                            <p:cond delay="375"/>
                                          </p:stCondLst>
                                        </p:cTn>
                                        <p:tgtEl>
                                          <p:spTgt spid="12"/>
                                        </p:tgtEl>
                                        <p:attrNameLst>
                                          <p:attrName>r</p:attrName>
                                        </p:attrNameLst>
                                      </p:cBhvr>
                                    </p:animRot>
                                  </p:childTnLst>
                                </p:cTn>
                              </p:par>
                            </p:childTnLst>
                          </p:cTn>
                        </p:par>
                      </p:childTnLst>
                    </p:cTn>
                  </p:par>
                  <p:par>
                    <p:cTn id="97" fill="hold" nodeType="clickPar">
                      <p:stCondLst>
                        <p:cond delay="indefinite"/>
                      </p:stCondLst>
                      <p:childTnLst>
                        <p:par>
                          <p:cTn id="98" fill="hold" nodeType="withGroup">
                            <p:stCondLst>
                              <p:cond delay="0"/>
                            </p:stCondLst>
                            <p:childTnLst>
                              <p:par>
                                <p:cTn id="99" presetID="35" presetClass="emph" presetSubtype="0" fill="hold" grpId="0" nodeType="clickEffect">
                                  <p:stCondLst>
                                    <p:cond delay="0"/>
                                  </p:stCondLst>
                                  <p:childTnLst>
                                    <p:anim calcmode="discrete" valueType="str">
                                      <p:cBhvr>
                                        <p:cTn id="100" dur="1000" fill="hold"/>
                                        <p:tgtEl>
                                          <p:spTgt spid="1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4" grpId="0"/>
      <p:bldP spid="7" grpId="0"/>
      <p:bldP spid="8" grpId="0"/>
      <p:bldP spid="9" grpId="0"/>
      <p:bldP spid="10" grpId="0"/>
      <p:bldP spid="11" grpId="0"/>
      <p:bldP spid="12" grpId="0"/>
      <p:bldP spid="13" grpId="0"/>
      <p:bldP spid="14" grpId="0"/>
      <p:bldP spid="15"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Rot="1" noChangeArrowheads="1"/>
          </p:cNvSpPr>
          <p:nvPr>
            <p:ph type="title"/>
          </p:nvPr>
        </p:nvSpPr>
        <p:spPr/>
        <p:txBody>
          <a:bodyPr/>
          <a:lstStyle/>
          <a:p>
            <a:pPr eaLnBrk="1" hangingPunct="1">
              <a:defRPr/>
            </a:pPr>
            <a:r>
              <a:rPr lang="en-US" smtClean="0"/>
              <a:t>BLUNT END VS. STICKY END</a:t>
            </a:r>
          </a:p>
        </p:txBody>
      </p:sp>
      <p:sp>
        <p:nvSpPr>
          <p:cNvPr id="220163" name="Rectangle 3"/>
          <p:cNvSpPr>
            <a:spLocks noGrp="1" noRot="1" noChangeArrowheads="1"/>
          </p:cNvSpPr>
          <p:nvPr>
            <p:ph type="body" idx="1"/>
          </p:nvPr>
        </p:nvSpPr>
        <p:spPr/>
        <p:txBody>
          <a:bodyPr/>
          <a:lstStyle/>
          <a:p>
            <a:pPr eaLnBrk="1" hangingPunct="1">
              <a:defRPr/>
            </a:pPr>
            <a:r>
              <a:rPr lang="en-US" smtClean="0"/>
              <a:t>HaeIII and AluI cut straight across the double helix producing "blunt" ends. However, many restriction enzymes cut in an offset fashion. </a:t>
            </a:r>
          </a:p>
          <a:p>
            <a:pPr eaLnBrk="1" hangingPunct="1">
              <a:defRPr/>
            </a:pPr>
            <a:r>
              <a:rPr lang="en-US" smtClean="0"/>
              <a:t>The ends of the cut have an overhanging piece of single-stranded DNA. These are called </a:t>
            </a:r>
            <a:r>
              <a:rPr lang="en-US" b="1" smtClean="0"/>
              <a:t>"sticky ends" </a:t>
            </a:r>
            <a:r>
              <a:rPr lang="en-US" smtClean="0"/>
              <a:t>because they are able to form with any base pair DNA molecule that contains the complementary sticky end. Any other source of DNA treated with the same enzyme will produce such molecules.</a:t>
            </a:r>
          </a:p>
          <a:p>
            <a:pPr eaLnBrk="1" hangingPunct="1">
              <a:buFont typeface="Wingdings" panose="05000000000000000000" pitchFamily="2" charset="2"/>
              <a:buNone/>
              <a:defRPr/>
            </a:pPr>
            <a:endParaRPr lang="en-US" smtClean="0"/>
          </a:p>
        </p:txBody>
      </p:sp>
    </p:spTree>
  </p:cSld>
  <p:clrMapOvr>
    <a:masterClrMapping/>
  </p:clrMapOvr>
  <p:transition>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rrowheads="1"/>
          </p:cNvSpPr>
          <p:nvPr>
            <p:ph type="title" idx="4294967295"/>
          </p:nvPr>
        </p:nvSpPr>
        <p:spPr/>
        <p:txBody>
          <a:bodyPr/>
          <a:lstStyle/>
          <a:p>
            <a:pPr eaLnBrk="1" hangingPunct="1">
              <a:defRPr/>
            </a:pPr>
            <a:r>
              <a:rPr lang="en-US">
                <a:effectLst>
                  <a:outerShdw blurRad="38100" dist="38100" dir="2700000" algn="tl">
                    <a:srgbClr val="000000"/>
                  </a:outerShdw>
                </a:effectLst>
              </a:rPr>
              <a:t>Miotics</a:t>
            </a:r>
          </a:p>
        </p:txBody>
      </p:sp>
      <p:sp>
        <p:nvSpPr>
          <p:cNvPr id="44035" name="Rectangle 3"/>
          <p:cNvSpPr>
            <a:spLocks noGrp="1" noRot="1" noChangeArrowheads="1"/>
          </p:cNvSpPr>
          <p:nvPr>
            <p:ph type="body" sz="half" idx="4294967295"/>
          </p:nvPr>
        </p:nvSpPr>
        <p:spPr>
          <a:xfrm>
            <a:off x="301625" y="1676400"/>
            <a:ext cx="4191000" cy="4422775"/>
          </a:xfrm>
        </p:spPr>
        <p:txBody>
          <a:bodyPr/>
          <a:lstStyle/>
          <a:p>
            <a:pPr marL="533400" indent="-533400" eaLnBrk="1" hangingPunct="1">
              <a:lnSpc>
                <a:spcPct val="80000"/>
              </a:lnSpc>
              <a:buFont typeface="Wingdings" panose="05000000000000000000" pitchFamily="2" charset="2"/>
              <a:buNone/>
              <a:defRPr/>
            </a:pPr>
            <a:endParaRPr lang="en-US" sz="14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r>
              <a:rPr lang="en-US" sz="1400">
                <a:effectLst>
                  <a:outerShdw blurRad="38100" dist="38100" dir="2700000" algn="tl">
                    <a:srgbClr val="000000"/>
                  </a:outerShdw>
                </a:effectLst>
              </a:rPr>
              <a:t>-</a:t>
            </a:r>
            <a:r>
              <a:rPr lang="en-US" sz="1400" b="1">
                <a:effectLst>
                  <a:outerShdw blurRad="38100" dist="38100" dir="2700000" algn="tl">
                    <a:srgbClr val="000000"/>
                  </a:outerShdw>
                </a:effectLst>
              </a:rPr>
              <a:t>Pilocarpine</a:t>
            </a:r>
          </a:p>
          <a:p>
            <a:pPr marL="533400" indent="-533400" eaLnBrk="1" hangingPunct="1">
              <a:lnSpc>
                <a:spcPct val="80000"/>
              </a:lnSpc>
              <a:buFont typeface="Wingdings" panose="05000000000000000000" pitchFamily="2" charset="2"/>
              <a:buNone/>
              <a:defRPr/>
            </a:pPr>
            <a:r>
              <a:rPr lang="en-US" sz="1000">
                <a:effectLst>
                  <a:outerShdw blurRad="38100" dist="38100" dir="2700000" algn="tl">
                    <a:srgbClr val="000000"/>
                  </a:outerShdw>
                </a:effectLst>
              </a:rPr>
              <a:t>a choline ester miotic and a positively charged quaternary ammonium compound.Increase secretion by the exocrine glands. </a:t>
            </a:r>
            <a:r>
              <a:rPr lang="en-US" sz="1200">
                <a:effectLst>
                  <a:outerShdw blurRad="38100" dist="38100" dir="2700000" algn="tl">
                    <a:srgbClr val="000000"/>
                  </a:outerShdw>
                </a:effectLst>
              </a:rPr>
              <a:t>increase secretion by the exocrine glands, and produces contraction of the iris sphincter muscle and ciliary muscle by mainly stimulating muscarinic receptors. </a:t>
            </a:r>
          </a:p>
          <a:p>
            <a:pPr marL="533400" indent="-533400" eaLnBrk="1" hangingPunct="1">
              <a:lnSpc>
                <a:spcPct val="80000"/>
              </a:lnSpc>
              <a:defRPr/>
            </a:pPr>
            <a:r>
              <a:rPr lang="en-US" sz="1200">
                <a:effectLst>
                  <a:outerShdw blurRad="38100" dist="38100" dir="2700000" algn="tl">
                    <a:srgbClr val="000000"/>
                  </a:outerShdw>
                </a:effectLst>
              </a:rPr>
              <a:t>3times a day</a:t>
            </a:r>
          </a:p>
          <a:p>
            <a:pPr marL="533400" indent="-533400" eaLnBrk="1" hangingPunct="1">
              <a:lnSpc>
                <a:spcPct val="80000"/>
              </a:lnSpc>
              <a:buFont typeface="Wingdings" panose="05000000000000000000" pitchFamily="2" charset="2"/>
              <a:buNone/>
              <a:defRPr/>
            </a:pPr>
            <a:r>
              <a:rPr lang="en-US" sz="1400" b="1">
                <a:effectLst>
                  <a:outerShdw blurRad="38100" dist="38100" dir="2700000" algn="tl">
                    <a:srgbClr val="000000"/>
                  </a:outerShdw>
                </a:effectLst>
              </a:rPr>
              <a:t>-Carbachol</a:t>
            </a:r>
          </a:p>
          <a:p>
            <a:pPr marL="533400" indent="-533400" eaLnBrk="1" hangingPunct="1">
              <a:lnSpc>
                <a:spcPct val="80000"/>
              </a:lnSpc>
              <a:buFont typeface="Wingdings" panose="05000000000000000000" pitchFamily="2" charset="2"/>
              <a:buNone/>
              <a:defRPr/>
            </a:pPr>
            <a:r>
              <a:rPr lang="en-US" sz="1400">
                <a:effectLst>
                  <a:outerShdw blurRad="38100" dist="38100" dir="2700000" algn="tl">
                    <a:srgbClr val="000000"/>
                  </a:outerShdw>
                </a:effectLst>
              </a:rPr>
              <a:t>-produces constriction of the iris and ciliary body resulting in reduction in intraocular pressure</a:t>
            </a:r>
          </a:p>
          <a:p>
            <a:pPr marL="533400" indent="-533400" eaLnBrk="1" hangingPunct="1">
              <a:lnSpc>
                <a:spcPct val="80000"/>
              </a:lnSpc>
              <a:buFont typeface="Wingdings" panose="05000000000000000000" pitchFamily="2" charset="2"/>
              <a:buNone/>
              <a:defRPr/>
            </a:pPr>
            <a:endParaRPr lang="en-US" sz="14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endParaRPr lang="en-US" sz="14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r>
              <a:rPr lang="en-US" sz="1000" b="1">
                <a:effectLst>
                  <a:outerShdw blurRad="38100" dist="38100" dir="2700000" algn="tl">
                    <a:srgbClr val="000000"/>
                  </a:outerShdw>
                </a:effectLst>
              </a:rPr>
              <a:t>-</a:t>
            </a:r>
            <a:r>
              <a:rPr lang="en-US" sz="1400" b="1">
                <a:effectLst>
                  <a:outerShdw blurRad="38100" dist="38100" dir="2700000" algn="tl">
                    <a:srgbClr val="000000"/>
                  </a:outerShdw>
                </a:effectLst>
              </a:rPr>
              <a:t>Echothiophate </a:t>
            </a:r>
            <a:br>
              <a:rPr lang="en-US" sz="1400" b="1">
                <a:effectLst>
                  <a:outerShdw blurRad="38100" dist="38100" dir="2700000" algn="tl">
                    <a:srgbClr val="000000"/>
                  </a:outerShdw>
                </a:effectLst>
              </a:rPr>
            </a:br>
            <a:r>
              <a:rPr lang="en-US" sz="1400">
                <a:effectLst>
                  <a:outerShdw blurRad="38100" dist="38100" dir="2700000" algn="tl">
                    <a:srgbClr val="000000"/>
                  </a:outerShdw>
                </a:effectLst>
              </a:rPr>
              <a:t>long-acting cholinesterase inhibitor  which enhances the effect acetylcholine in iris, ciliary muscle.It  causes miosis, increase in facility of outflow of aqueous humor, and fall in intraocular pressure</a:t>
            </a:r>
          </a:p>
          <a:p>
            <a:pPr marL="533400" indent="-533400" eaLnBrk="1" hangingPunct="1">
              <a:lnSpc>
                <a:spcPct val="80000"/>
              </a:lnSpc>
              <a:buFont typeface="Wingdings" panose="05000000000000000000" pitchFamily="2" charset="2"/>
              <a:buNone/>
              <a:defRPr/>
            </a:pPr>
            <a:endParaRPr lang="en-US" sz="10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r>
              <a:rPr lang="en-US" sz="1000">
                <a:effectLst>
                  <a:outerShdw blurRad="38100" dist="38100" dir="2700000" algn="tl">
                    <a:srgbClr val="000000"/>
                  </a:outerShdw>
                </a:effectLst>
              </a:rPr>
              <a:t> </a:t>
            </a:r>
          </a:p>
        </p:txBody>
      </p:sp>
      <p:sp>
        <p:nvSpPr>
          <p:cNvPr id="44036" name="Rectangle 4"/>
          <p:cNvSpPr>
            <a:spLocks noGrp="1" noRot="1" noChangeArrowheads="1"/>
          </p:cNvSpPr>
          <p:nvPr>
            <p:ph type="body" sz="half" idx="4294967295"/>
          </p:nvPr>
        </p:nvSpPr>
        <p:spPr>
          <a:xfrm>
            <a:off x="4651375" y="1676400"/>
            <a:ext cx="4191000" cy="4422775"/>
          </a:xfrm>
        </p:spPr>
        <p:txBody>
          <a:bodyPr/>
          <a:lstStyle/>
          <a:p>
            <a:pPr marL="381000" indent="-381000" eaLnBrk="1" hangingPunct="1">
              <a:lnSpc>
                <a:spcPct val="80000"/>
              </a:lnSpc>
              <a:defRPr/>
            </a:pPr>
            <a:r>
              <a:rPr lang="en-US" sz="1400" b="1">
                <a:effectLst>
                  <a:outerShdw blurRad="38100" dist="38100" dir="2700000" algn="tl">
                    <a:srgbClr val="000000"/>
                  </a:outerShdw>
                </a:effectLst>
              </a:rPr>
              <a:t>Side effects:</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pain inside the eye first few days </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Blurred vision </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extreme nearsightedness (younger age)</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reduce pupil size and prevent normal dilation, dim vision, especially at night or in dark rooms</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Stuffy nose, sweating, increased salivation</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occasional gastrointestinal (stronger miotics)</a:t>
            </a:r>
          </a:p>
        </p:txBody>
      </p:sp>
      <p:pic>
        <p:nvPicPr>
          <p:cNvPr id="34821" name="Picture 5" descr="APRD00382_ZO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5410200"/>
            <a:ext cx="21336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6" descr="APRD00845_ZOO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5715000"/>
            <a:ext cx="1905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3" name="Picture 7" descr="APRD00942_ZOO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6400" y="5334000"/>
            <a:ext cx="3505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28600"/>
            <a:ext cx="6464300" cy="645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normAutofit fontScale="90000"/>
          </a:bodyPr>
          <a:lstStyle/>
          <a:p>
            <a:pPr eaLnBrk="1" fontAlgn="auto" hangingPunct="1">
              <a:spcAft>
                <a:spcPts val="0"/>
              </a:spcAft>
              <a:defRPr/>
            </a:pPr>
            <a:r>
              <a:rPr lang="en-US"/>
              <a:t>Energy Changes Associated with Changes of State</a:t>
            </a:r>
          </a:p>
        </p:txBody>
      </p:sp>
      <p:sp>
        <p:nvSpPr>
          <p:cNvPr id="2052" name="Rectangle 4"/>
          <p:cNvSpPr>
            <a:spLocks noGrp="1" noChangeArrowheads="1"/>
          </p:cNvSpPr>
          <p:nvPr>
            <p:ph type="body" sz="half" idx="2"/>
          </p:nvPr>
        </p:nvSpPr>
        <p:spPr>
          <a:xfrm>
            <a:off x="4419600" y="1600200"/>
            <a:ext cx="4495800" cy="4572000"/>
          </a:xfrm>
        </p:spPr>
        <p:txBody>
          <a:bodyPr/>
          <a:lstStyle/>
          <a:p>
            <a:pPr eaLnBrk="1" hangingPunct="1">
              <a:defRPr/>
            </a:pPr>
            <a:r>
              <a:rPr lang="en-US" sz="2800" smtClean="0"/>
              <a:t>The heat added to the system at the melting and boiling points goes into pulling the molecules farther apart from each other.</a:t>
            </a:r>
          </a:p>
          <a:p>
            <a:pPr eaLnBrk="1" hangingPunct="1">
              <a:defRPr/>
            </a:pPr>
            <a:r>
              <a:rPr lang="en-US" sz="2800" smtClean="0"/>
              <a:t>The temperature of the substance does not rise during a phase change.</a:t>
            </a:r>
          </a:p>
        </p:txBody>
      </p:sp>
      <p:sp>
        <p:nvSpPr>
          <p:cNvPr id="6" name="Footer Placeholder 6"/>
          <p:cNvSpPr>
            <a:spLocks noGrp="1"/>
          </p:cNvSpPr>
          <p:nvPr>
            <p:ph type="ftr" sz="quarter" idx="12"/>
          </p:nvPr>
        </p:nvSpPr>
        <p:spPr/>
        <p:txBody>
          <a:bodyPr/>
          <a:lstStyle/>
          <a:p>
            <a:pPr>
              <a:defRPr/>
            </a:pPr>
            <a:r>
              <a:rPr lang="en-US"/>
              <a:t>© 2009, Prentice-Hall, Inc.</a:t>
            </a:r>
          </a:p>
        </p:txBody>
      </p:sp>
    </p:spTree>
    <p:controls>
      <mc:AlternateContent xmlns:mc="http://schemas.openxmlformats.org/markup-compatibility/2006">
        <mc:Choice xmlns:v="urn:schemas-microsoft-com:vml" Requires="v">
          <p:control spid="1030" r:id="rId2" imgW="4191120" imgH="2819520"/>
        </mc:Choice>
        <mc:Fallback>
          <p:control r:id="rId2" imgW="4191120" imgH="2819520">
            <p:pic>
              <p:nvPicPr>
                <p:cNvPr id="1026" name="ShockwaveFlash1"/>
                <p:cNvPicPr preferRelativeResize="0">
                  <a:picLocks noChangeArrowheads="1" noChangeShapeType="1"/>
                </p:cNvPicPr>
                <p:nvPr/>
              </p:nvPicPr>
              <p:blipFill>
                <a:blip r:embed="rId5">
                  <a:extLst>
                    <a:ext uri="{28A0092B-C50C-407E-A947-70E740481C1C}">
                      <a14:useLocalDpi xmlns:a14="http://schemas.microsoft.com/office/drawing/2010/main" val="0"/>
                    </a:ext>
                  </a:extLst>
                </a:blip>
                <a:srcRect/>
                <a:stretch>
                  <a:fillRect/>
                </a:stretch>
              </p:blipFill>
              <p:spPr bwMode="auto">
                <a:xfrm>
                  <a:off x="228600" y="2286000"/>
                  <a:ext cx="4191000" cy="28194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6866" name="Line 2"/>
          <p:cNvSpPr>
            <a:spLocks noChangeShapeType="1"/>
          </p:cNvSpPr>
          <p:nvPr/>
        </p:nvSpPr>
        <p:spPr bwMode="auto">
          <a:xfrm>
            <a:off x="1143000" y="1295400"/>
            <a:ext cx="0" cy="510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67" name="Line 3"/>
          <p:cNvSpPr>
            <a:spLocks noChangeShapeType="1"/>
          </p:cNvSpPr>
          <p:nvPr/>
        </p:nvSpPr>
        <p:spPr bwMode="auto">
          <a:xfrm>
            <a:off x="1143000" y="12954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68" name="Line 4"/>
          <p:cNvSpPr>
            <a:spLocks noChangeShapeType="1"/>
          </p:cNvSpPr>
          <p:nvPr/>
        </p:nvSpPr>
        <p:spPr bwMode="auto">
          <a:xfrm>
            <a:off x="1143000" y="19050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69" name="Line 5"/>
          <p:cNvSpPr>
            <a:spLocks noChangeShapeType="1"/>
          </p:cNvSpPr>
          <p:nvPr/>
        </p:nvSpPr>
        <p:spPr bwMode="auto">
          <a:xfrm>
            <a:off x="1143000" y="25146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0" name="Line 6"/>
          <p:cNvSpPr>
            <a:spLocks noChangeShapeType="1"/>
          </p:cNvSpPr>
          <p:nvPr/>
        </p:nvSpPr>
        <p:spPr bwMode="auto">
          <a:xfrm>
            <a:off x="1143000" y="31242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1" name="Line 7"/>
          <p:cNvSpPr>
            <a:spLocks noChangeShapeType="1"/>
          </p:cNvSpPr>
          <p:nvPr/>
        </p:nvSpPr>
        <p:spPr bwMode="auto">
          <a:xfrm>
            <a:off x="1143000" y="37338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2" name="Line 8"/>
          <p:cNvSpPr>
            <a:spLocks noChangeShapeType="1"/>
          </p:cNvSpPr>
          <p:nvPr/>
        </p:nvSpPr>
        <p:spPr bwMode="auto">
          <a:xfrm>
            <a:off x="1143000" y="43434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3" name="Line 9"/>
          <p:cNvSpPr>
            <a:spLocks noChangeShapeType="1"/>
          </p:cNvSpPr>
          <p:nvPr/>
        </p:nvSpPr>
        <p:spPr bwMode="auto">
          <a:xfrm>
            <a:off x="1143000" y="49530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4" name="Text Box 10"/>
          <p:cNvSpPr txBox="1">
            <a:spLocks noChangeArrowheads="1"/>
          </p:cNvSpPr>
          <p:nvPr/>
        </p:nvSpPr>
        <p:spPr bwMode="auto">
          <a:xfrm>
            <a:off x="1143000" y="8382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Outgroup Monotremata</a:t>
            </a:r>
          </a:p>
        </p:txBody>
      </p:sp>
      <p:sp>
        <p:nvSpPr>
          <p:cNvPr id="36875" name="Line 11"/>
          <p:cNvSpPr>
            <a:spLocks noChangeShapeType="1"/>
          </p:cNvSpPr>
          <p:nvPr/>
        </p:nvSpPr>
        <p:spPr bwMode="auto">
          <a:xfrm>
            <a:off x="990600" y="16002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6" name="Line 12"/>
          <p:cNvSpPr>
            <a:spLocks noChangeShapeType="1"/>
          </p:cNvSpPr>
          <p:nvPr/>
        </p:nvSpPr>
        <p:spPr bwMode="auto">
          <a:xfrm>
            <a:off x="990600" y="22098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7" name="Line 13"/>
          <p:cNvSpPr>
            <a:spLocks noChangeShapeType="1"/>
          </p:cNvSpPr>
          <p:nvPr/>
        </p:nvSpPr>
        <p:spPr bwMode="auto">
          <a:xfrm>
            <a:off x="990600" y="28194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8" name="Line 14"/>
          <p:cNvSpPr>
            <a:spLocks noChangeShapeType="1"/>
          </p:cNvSpPr>
          <p:nvPr/>
        </p:nvSpPr>
        <p:spPr bwMode="auto">
          <a:xfrm>
            <a:off x="990600" y="40386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9" name="Line 15"/>
          <p:cNvSpPr>
            <a:spLocks noChangeShapeType="1"/>
          </p:cNvSpPr>
          <p:nvPr/>
        </p:nvSpPr>
        <p:spPr bwMode="auto">
          <a:xfrm>
            <a:off x="990600" y="52578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80" name="Line 16"/>
          <p:cNvSpPr>
            <a:spLocks noChangeShapeType="1"/>
          </p:cNvSpPr>
          <p:nvPr/>
        </p:nvSpPr>
        <p:spPr bwMode="auto">
          <a:xfrm>
            <a:off x="1447800" y="2971800"/>
            <a:ext cx="0" cy="304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81" name="Line 17"/>
          <p:cNvSpPr>
            <a:spLocks noChangeShapeType="1"/>
          </p:cNvSpPr>
          <p:nvPr/>
        </p:nvSpPr>
        <p:spPr bwMode="auto">
          <a:xfrm>
            <a:off x="1447800" y="4800600"/>
            <a:ext cx="0" cy="304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82" name="Text Box 18"/>
          <p:cNvSpPr txBox="1">
            <a:spLocks noChangeArrowheads="1"/>
          </p:cNvSpPr>
          <p:nvPr/>
        </p:nvSpPr>
        <p:spPr bwMode="auto">
          <a:xfrm>
            <a:off x="1524000" y="44196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Notorcytemorphia</a:t>
            </a:r>
          </a:p>
        </p:txBody>
      </p:sp>
      <p:sp>
        <p:nvSpPr>
          <p:cNvPr id="36883" name="Text Box 19"/>
          <p:cNvSpPr txBox="1">
            <a:spLocks noChangeArrowheads="1"/>
          </p:cNvSpPr>
          <p:nvPr/>
        </p:nvSpPr>
        <p:spPr bwMode="auto">
          <a:xfrm>
            <a:off x="1447800" y="38100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Peramelemorphia</a:t>
            </a:r>
          </a:p>
        </p:txBody>
      </p:sp>
      <p:sp>
        <p:nvSpPr>
          <p:cNvPr id="36884" name="Text Box 20"/>
          <p:cNvSpPr txBox="1">
            <a:spLocks noChangeArrowheads="1"/>
          </p:cNvSpPr>
          <p:nvPr/>
        </p:nvSpPr>
        <p:spPr bwMode="auto">
          <a:xfrm>
            <a:off x="1447800" y="32004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Dasyuromorphia</a:t>
            </a:r>
          </a:p>
        </p:txBody>
      </p:sp>
      <p:sp>
        <p:nvSpPr>
          <p:cNvPr id="36885" name="Text Box 21"/>
          <p:cNvSpPr txBox="1">
            <a:spLocks noChangeArrowheads="1"/>
          </p:cNvSpPr>
          <p:nvPr/>
        </p:nvSpPr>
        <p:spPr bwMode="auto">
          <a:xfrm>
            <a:off x="1447800" y="25908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Microbiotheria</a:t>
            </a:r>
          </a:p>
        </p:txBody>
      </p:sp>
      <p:sp>
        <p:nvSpPr>
          <p:cNvPr id="36886" name="Text Box 22"/>
          <p:cNvSpPr txBox="1">
            <a:spLocks noChangeArrowheads="1"/>
          </p:cNvSpPr>
          <p:nvPr/>
        </p:nvSpPr>
        <p:spPr bwMode="auto">
          <a:xfrm>
            <a:off x="1447800" y="19812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Paucituberculata</a:t>
            </a:r>
          </a:p>
        </p:txBody>
      </p:sp>
      <p:sp>
        <p:nvSpPr>
          <p:cNvPr id="36887" name="Text Box 23"/>
          <p:cNvSpPr txBox="1">
            <a:spLocks noChangeArrowheads="1"/>
          </p:cNvSpPr>
          <p:nvPr/>
        </p:nvSpPr>
        <p:spPr bwMode="auto">
          <a:xfrm>
            <a:off x="1447800" y="13716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Didelphimorphia</a:t>
            </a:r>
          </a:p>
        </p:txBody>
      </p:sp>
      <p:sp>
        <p:nvSpPr>
          <p:cNvPr id="36888" name="Text Box 24"/>
          <p:cNvSpPr txBox="1">
            <a:spLocks noChangeArrowheads="1"/>
          </p:cNvSpPr>
          <p:nvPr/>
        </p:nvSpPr>
        <p:spPr bwMode="auto">
          <a:xfrm>
            <a:off x="1143000" y="57912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Diprotodontia</a:t>
            </a:r>
          </a:p>
        </p:txBody>
      </p:sp>
    </p:spTree>
  </p:cSld>
  <p:clrMapOvr>
    <a:masterClrMapping/>
  </p:clrMapOvr>
  <p:transition>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685800" y="6350"/>
            <a:ext cx="7772400" cy="4108450"/>
          </a:xfrm>
        </p:spPr>
        <p:txBody>
          <a:bodyPr/>
          <a:lstStyle/>
          <a:p>
            <a:pPr marL="838200" indent="-838200" eaLnBrk="1" hangingPunct="1"/>
            <a:r>
              <a:rPr lang="en-US" altLang="en-US" sz="2400" smtClean="0"/>
              <a:t>The strands are held in position, binding easily to DNA polymerase, which catalyzes the elongation of the leading and lagging strands. </a:t>
            </a:r>
            <a:br>
              <a:rPr lang="en-US" altLang="en-US" sz="2400" smtClean="0"/>
            </a:br>
            <a:r>
              <a:rPr lang="en-US" altLang="en-US" sz="2400" smtClean="0"/>
              <a:t>While the DNA polymerase on the leading strand can operate in a continuous fashion, RNA primer is needed repeatedly on the lagging strand to facilitate synthesis of Okazaki fragments. </a:t>
            </a:r>
            <a:br>
              <a:rPr lang="en-US" altLang="en-US" sz="2400" smtClean="0"/>
            </a:br>
            <a:endParaRPr lang="en-US" altLang="en-US" sz="2400" smtClean="0"/>
          </a:p>
        </p:txBody>
      </p:sp>
    </p:spTree>
  </p:cSld>
  <p:clrMapOvr>
    <a:masterClrMapping/>
  </p:clrMapOvr>
  <p:transition>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en-US" smtClean="0"/>
              <a:t>Hydrophobic and Hydrophilic</a:t>
            </a:r>
          </a:p>
        </p:txBody>
      </p:sp>
      <p:sp>
        <p:nvSpPr>
          <p:cNvPr id="38915" name="Rectangle 3"/>
          <p:cNvSpPr>
            <a:spLocks noGrp="1" noChangeArrowheads="1"/>
          </p:cNvSpPr>
          <p:nvPr>
            <p:ph type="body" idx="1"/>
          </p:nvPr>
        </p:nvSpPr>
        <p:spPr/>
        <p:txBody>
          <a:bodyPr/>
          <a:lstStyle/>
          <a:p>
            <a:pPr eaLnBrk="1" hangingPunct="1"/>
            <a:r>
              <a:rPr lang="en-US" altLang="en-US" smtClean="0">
                <a:solidFill>
                  <a:schemeClr val="folHlink"/>
                </a:solidFill>
              </a:rPr>
              <a:t>Hydrophilic-- water loving or a molecule that is capable of forming a hydrogen bond with water.</a:t>
            </a:r>
          </a:p>
          <a:p>
            <a:pPr eaLnBrk="1" hangingPunct="1"/>
            <a:r>
              <a:rPr lang="en-US" altLang="en-US" smtClean="0">
                <a:solidFill>
                  <a:schemeClr val="folHlink"/>
                </a:solidFill>
              </a:rPr>
              <a:t>Hydrophobic-- water hating or a molecule that repels water. </a:t>
            </a:r>
          </a:p>
          <a:p>
            <a:pPr eaLnBrk="1" hangingPunct="1"/>
            <a:r>
              <a:rPr lang="en-US" altLang="en-US" smtClean="0">
                <a:solidFill>
                  <a:schemeClr val="folHlink"/>
                </a:solidFill>
              </a:rPr>
              <a:t>Important function in cell’s membrane structure. </a:t>
            </a:r>
          </a:p>
        </p:txBody>
      </p:sp>
    </p:spTree>
  </p:cSld>
  <p:clrMapOvr>
    <a:masterClrMapping/>
  </p:clrMapOvr>
  <p:transition>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676400" y="457200"/>
            <a:ext cx="7467600" cy="1295400"/>
          </a:xfrm>
        </p:spPr>
        <p:txBody>
          <a:bodyPr/>
          <a:lstStyle/>
          <a:p>
            <a:pPr eaLnBrk="1" hangingPunct="1">
              <a:defRPr/>
            </a:pPr>
            <a:r>
              <a:rPr lang="en-US" smtClean="0"/>
              <a:t>Hydrophobic versus Hydrophilic </a:t>
            </a:r>
          </a:p>
        </p:txBody>
      </p:sp>
      <p:pic>
        <p:nvPicPr>
          <p:cNvPr id="39939" name="Picture 5" descr="hydro"/>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104900" y="2286000"/>
            <a:ext cx="3162300" cy="318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0" name="Picture 7" descr="hydrophili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2743200"/>
            <a:ext cx="2705100"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1" name="Rectangle 8"/>
          <p:cNvSpPr>
            <a:spLocks noChangeArrowheads="1"/>
          </p:cNvSpPr>
          <p:nvPr/>
        </p:nvSpPr>
        <p:spPr bwMode="auto">
          <a:xfrm>
            <a:off x="5105400" y="4572000"/>
            <a:ext cx="35687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http://www.uic.edu/classes/bios/bios100/lecturesf04am/lect02.htm</a:t>
            </a:r>
          </a:p>
        </p:txBody>
      </p:sp>
      <p:sp>
        <p:nvSpPr>
          <p:cNvPr id="39942" name="Rectangle 9"/>
          <p:cNvSpPr>
            <a:spLocks noChangeArrowheads="1"/>
          </p:cNvSpPr>
          <p:nvPr/>
        </p:nvSpPr>
        <p:spPr bwMode="auto">
          <a:xfrm>
            <a:off x="971550" y="5486400"/>
            <a:ext cx="35242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http://academic.brooklyn.cuny.edu/biology/bio4fv/page/hydro.gif</a:t>
            </a:r>
          </a:p>
        </p:txBody>
      </p:sp>
    </p:spTree>
  </p:cSld>
  <p:clrMapOvr>
    <a:masterClrMapping/>
  </p:clrMapOvr>
  <p:transition>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3">
            <a:clrChange>
              <a:clrFrom>
                <a:srgbClr val="000080"/>
              </a:clrFrom>
              <a:clrTo>
                <a:srgbClr val="000080">
                  <a:alpha val="0"/>
                </a:srgbClr>
              </a:clrTo>
            </a:clrChange>
            <a:extLst>
              <a:ext uri="{28A0092B-C50C-407E-A947-70E740481C1C}">
                <a14:useLocalDpi xmlns:a14="http://schemas.microsoft.com/office/drawing/2010/main" val="0"/>
              </a:ext>
            </a:extLst>
          </a:blip>
          <a:srcRect/>
          <a:stretch>
            <a:fillRect/>
          </a:stretch>
        </p:blipFill>
        <p:spPr bwMode="auto">
          <a:xfrm>
            <a:off x="1524000" y="914400"/>
            <a:ext cx="5943600" cy="591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325635" name="Rectangle 3"/>
          <p:cNvSpPr>
            <a:spLocks noGrp="1" noChangeArrowheads="1"/>
          </p:cNvSpPr>
          <p:nvPr>
            <p:ph type="title"/>
          </p:nvPr>
        </p:nvSpPr>
        <p:spPr>
          <a:xfrm>
            <a:off x="0" y="76200"/>
            <a:ext cx="9144000" cy="1143000"/>
          </a:xfrm>
        </p:spPr>
        <p:txBody>
          <a:bodyPr/>
          <a:lstStyle/>
          <a:p>
            <a:pPr eaLnBrk="1" hangingPunct="1">
              <a:defRPr/>
            </a:pPr>
            <a:r>
              <a:rPr lang="en-US" smtClean="0">
                <a:effectLst>
                  <a:outerShdw blurRad="38100" dist="38100" dir="2700000" algn="tl">
                    <a:srgbClr val="010199"/>
                  </a:outerShdw>
                </a:effectLst>
              </a:rPr>
              <a:t>DFA – Results</a:t>
            </a:r>
          </a:p>
        </p:txBody>
      </p:sp>
    </p:spTree>
  </p:cSld>
  <p:clrMapOvr>
    <a:masterClrMapping/>
  </p:clrMapOvr>
  <p:transition>
    <p:rand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bg>
      <p:bgPr>
        <a:solidFill>
          <a:srgbClr val="000000"/>
        </a:solidFill>
        <a:effectLst/>
      </p:bgPr>
    </p:bg>
    <p:spTree>
      <p:nvGrpSpPr>
        <p:cNvPr id="1" name=""/>
        <p:cNvGrpSpPr/>
        <p:nvPr/>
      </p:nvGrpSpPr>
      <p:grpSpPr>
        <a:xfrm>
          <a:off x="0" y="0"/>
          <a:ext cx="0" cy="0"/>
          <a:chOff x="0" y="0"/>
          <a:chExt cx="0" cy="0"/>
        </a:xfrm>
      </p:grpSpPr>
      <p:sp>
        <p:nvSpPr>
          <p:cNvPr id="328706" name="Rectangle 2"/>
          <p:cNvSpPr>
            <a:spLocks noGrp="1" noChangeArrowheads="1"/>
          </p:cNvSpPr>
          <p:nvPr>
            <p:ph type="title"/>
          </p:nvPr>
        </p:nvSpPr>
        <p:spPr>
          <a:xfrm>
            <a:off x="0" y="228600"/>
            <a:ext cx="9144000" cy="1143000"/>
          </a:xfrm>
        </p:spPr>
        <p:txBody>
          <a:bodyPr/>
          <a:lstStyle/>
          <a:p>
            <a:pPr eaLnBrk="1" hangingPunct="1">
              <a:defRPr/>
            </a:pPr>
            <a:r>
              <a:rPr lang="en-US" sz="3600" smtClean="0">
                <a:effectLst>
                  <a:outerShdw blurRad="38100" dist="38100" dir="2700000" algn="tl">
                    <a:srgbClr val="010199"/>
                  </a:outerShdw>
                </a:effectLst>
              </a:rPr>
              <a:t>How Do Neural Networks Compute?</a:t>
            </a:r>
          </a:p>
        </p:txBody>
      </p:sp>
      <p:sp>
        <p:nvSpPr>
          <p:cNvPr id="328707" name="Rectangle 3"/>
          <p:cNvSpPr>
            <a:spLocks noGrp="1" noChangeArrowheads="1"/>
          </p:cNvSpPr>
          <p:nvPr>
            <p:ph idx="1"/>
          </p:nvPr>
        </p:nvSpPr>
        <p:spPr>
          <a:xfrm>
            <a:off x="677863" y="1447800"/>
            <a:ext cx="7772400" cy="2971800"/>
          </a:xfrm>
        </p:spPr>
        <p:txBody>
          <a:bodyPr/>
          <a:lstStyle/>
          <a:p>
            <a:pPr eaLnBrk="1" hangingPunct="1">
              <a:defRPr/>
            </a:pPr>
            <a:r>
              <a:rPr lang="en-US" sz="3000" smtClean="0">
                <a:effectLst>
                  <a:outerShdw blurRad="38100" dist="38100" dir="2700000" algn="tl">
                    <a:srgbClr val="010199"/>
                  </a:outerShdw>
                </a:effectLst>
              </a:rPr>
              <a:t>Activation = the final value of a particular unit.</a:t>
            </a:r>
          </a:p>
          <a:p>
            <a:pPr eaLnBrk="1" hangingPunct="1">
              <a:defRPr/>
            </a:pPr>
            <a:endParaRPr lang="en-US" sz="3000" smtClean="0">
              <a:effectLst>
                <a:outerShdw blurRad="38100" dist="38100" dir="2700000" algn="tl">
                  <a:srgbClr val="010199"/>
                </a:outerShdw>
              </a:effectLst>
            </a:endParaRPr>
          </a:p>
          <a:p>
            <a:pPr eaLnBrk="1" hangingPunct="1">
              <a:defRPr/>
            </a:pPr>
            <a:r>
              <a:rPr lang="en-US" sz="3000" smtClean="0">
                <a:effectLst>
                  <a:outerShdw blurRad="38100" dist="38100" dir="2700000" algn="tl">
                    <a:srgbClr val="010199"/>
                  </a:outerShdw>
                </a:effectLst>
              </a:rPr>
              <a:t>Calculated by adding inputs and bias</a:t>
            </a:r>
          </a:p>
          <a:p>
            <a:pPr eaLnBrk="1" hangingPunct="1">
              <a:defRPr/>
            </a:pPr>
            <a:endParaRPr lang="en-US" sz="3000" smtClean="0">
              <a:effectLst>
                <a:outerShdw blurRad="38100" dist="38100" dir="2700000" algn="tl">
                  <a:srgbClr val="010199"/>
                </a:outerShdw>
              </a:effectLst>
            </a:endParaRPr>
          </a:p>
          <a:p>
            <a:pPr eaLnBrk="1" hangingPunct="1">
              <a:defRPr/>
            </a:pPr>
            <a:r>
              <a:rPr lang="en-US" sz="3000" smtClean="0">
                <a:effectLst>
                  <a:outerShdw blurRad="38100" dist="38100" dir="2700000" algn="tl">
                    <a:srgbClr val="010199"/>
                  </a:outerShdw>
                </a:effectLst>
              </a:rPr>
              <a:t>Activation function</a:t>
            </a:r>
          </a:p>
        </p:txBody>
      </p:sp>
      <p:grpSp>
        <p:nvGrpSpPr>
          <p:cNvPr id="41988" name="Group 4"/>
          <p:cNvGrpSpPr>
            <a:grpSpLocks/>
          </p:cNvGrpSpPr>
          <p:nvPr/>
        </p:nvGrpSpPr>
        <p:grpSpPr bwMode="auto">
          <a:xfrm>
            <a:off x="739775" y="4572000"/>
            <a:ext cx="8023225" cy="2225675"/>
            <a:chOff x="466" y="2880"/>
            <a:chExt cx="5054" cy="1402"/>
          </a:xfrm>
        </p:grpSpPr>
        <p:sp>
          <p:nvSpPr>
            <p:cNvPr id="41989" name="Text Box 5"/>
            <p:cNvSpPr txBox="1">
              <a:spLocks noChangeArrowheads="1"/>
            </p:cNvSpPr>
            <p:nvPr/>
          </p:nvSpPr>
          <p:spPr bwMode="auto">
            <a:xfrm>
              <a:off x="1579" y="2880"/>
              <a:ext cx="48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Bias</a:t>
              </a:r>
            </a:p>
          </p:txBody>
        </p:sp>
        <p:grpSp>
          <p:nvGrpSpPr>
            <p:cNvPr id="41990" name="Group 6"/>
            <p:cNvGrpSpPr>
              <a:grpSpLocks/>
            </p:cNvGrpSpPr>
            <p:nvPr/>
          </p:nvGrpSpPr>
          <p:grpSpPr bwMode="auto">
            <a:xfrm>
              <a:off x="466" y="2942"/>
              <a:ext cx="5054" cy="1340"/>
              <a:chOff x="466" y="2942"/>
              <a:chExt cx="5054" cy="1340"/>
            </a:xfrm>
          </p:grpSpPr>
          <p:sp>
            <p:nvSpPr>
              <p:cNvPr id="41991" name="Text Box 7"/>
              <p:cNvSpPr txBox="1">
                <a:spLocks noChangeArrowheads="1"/>
              </p:cNvSpPr>
              <p:nvPr/>
            </p:nvSpPr>
            <p:spPr bwMode="auto">
              <a:xfrm>
                <a:off x="2736" y="2985"/>
                <a:ext cx="27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1800"/>
              </a:p>
            </p:txBody>
          </p:sp>
          <p:sp>
            <p:nvSpPr>
              <p:cNvPr id="41992" name="Text Box 8"/>
              <p:cNvSpPr txBox="1">
                <a:spLocks noChangeArrowheads="1"/>
              </p:cNvSpPr>
              <p:nvPr/>
            </p:nvSpPr>
            <p:spPr bwMode="auto">
              <a:xfrm>
                <a:off x="2731" y="3840"/>
                <a:ext cx="132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Activation Function</a:t>
                </a:r>
              </a:p>
            </p:txBody>
          </p:sp>
          <p:sp>
            <p:nvSpPr>
              <p:cNvPr id="41993" name="Rectangle 9"/>
              <p:cNvSpPr>
                <a:spLocks noChangeArrowheads="1"/>
              </p:cNvSpPr>
              <p:nvPr/>
            </p:nvSpPr>
            <p:spPr bwMode="auto">
              <a:xfrm>
                <a:off x="1664" y="3312"/>
                <a:ext cx="299" cy="384"/>
              </a:xfrm>
              <a:prstGeom prst="rect">
                <a:avLst/>
              </a:prstGeom>
              <a:solidFill>
                <a:schemeClr val="folHlink"/>
              </a:solidFill>
              <a:ln w="12700">
                <a:solidFill>
                  <a:schemeClr val="accent2"/>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1994" name="Oval 10"/>
              <p:cNvSpPr>
                <a:spLocks noChangeArrowheads="1"/>
              </p:cNvSpPr>
              <p:nvPr/>
            </p:nvSpPr>
            <p:spPr bwMode="auto">
              <a:xfrm>
                <a:off x="2939" y="3168"/>
                <a:ext cx="816" cy="720"/>
              </a:xfrm>
              <a:prstGeom prst="ellipse">
                <a:avLst/>
              </a:prstGeom>
              <a:solidFill>
                <a:schemeClr val="bg2"/>
              </a:solidFill>
              <a:ln w="12700">
                <a:solidFill>
                  <a:schemeClr val="accent2"/>
                </a:solidFill>
                <a:round/>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solidFill>
                    <a:schemeClr val="folHlink"/>
                  </a:solidFill>
                </a:endParaRPr>
              </a:p>
            </p:txBody>
          </p:sp>
          <p:sp>
            <p:nvSpPr>
              <p:cNvPr id="41995" name="Line 11"/>
              <p:cNvSpPr>
                <a:spLocks noChangeShapeType="1"/>
              </p:cNvSpPr>
              <p:nvPr/>
            </p:nvSpPr>
            <p:spPr bwMode="auto">
              <a:xfrm>
                <a:off x="768" y="3072"/>
                <a:ext cx="896" cy="288"/>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IN"/>
              </a:p>
            </p:txBody>
          </p:sp>
          <p:sp>
            <p:nvSpPr>
              <p:cNvPr id="41996" name="Line 12"/>
              <p:cNvSpPr>
                <a:spLocks noChangeShapeType="1"/>
              </p:cNvSpPr>
              <p:nvPr/>
            </p:nvSpPr>
            <p:spPr bwMode="auto">
              <a:xfrm flipV="1">
                <a:off x="768" y="3504"/>
                <a:ext cx="896" cy="0"/>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IN"/>
              </a:p>
            </p:txBody>
          </p:sp>
          <p:sp>
            <p:nvSpPr>
              <p:cNvPr id="41997" name="Line 13"/>
              <p:cNvSpPr>
                <a:spLocks noChangeShapeType="1"/>
              </p:cNvSpPr>
              <p:nvPr/>
            </p:nvSpPr>
            <p:spPr bwMode="auto">
              <a:xfrm flipV="1">
                <a:off x="768" y="3648"/>
                <a:ext cx="896" cy="192"/>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IN"/>
              </a:p>
            </p:txBody>
          </p:sp>
          <p:sp>
            <p:nvSpPr>
              <p:cNvPr id="41998" name="Text Box 14"/>
              <p:cNvSpPr txBox="1">
                <a:spLocks noChangeArrowheads="1"/>
              </p:cNvSpPr>
              <p:nvPr/>
            </p:nvSpPr>
            <p:spPr bwMode="auto">
              <a:xfrm>
                <a:off x="4608" y="3312"/>
                <a:ext cx="864" cy="450"/>
              </a:xfrm>
              <a:prstGeom prst="rect">
                <a:avLst/>
              </a:prstGeom>
              <a:noFill/>
              <a:ln w="127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pPr>
                <a:r>
                  <a:rPr lang="en-US" altLang="en-US" sz="2000"/>
                  <a:t>Final Activation</a:t>
                </a:r>
                <a:endParaRPr lang="en-US" altLang="en-US"/>
              </a:p>
            </p:txBody>
          </p:sp>
          <p:sp>
            <p:nvSpPr>
              <p:cNvPr id="41999" name="Text Box 15"/>
              <p:cNvSpPr txBox="1">
                <a:spLocks noChangeArrowheads="1"/>
              </p:cNvSpPr>
              <p:nvPr/>
            </p:nvSpPr>
            <p:spPr bwMode="auto">
              <a:xfrm>
                <a:off x="1664" y="3312"/>
                <a:ext cx="33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3600" b="1">
                    <a:solidFill>
                      <a:schemeClr val="hlink"/>
                    </a:solidFill>
                    <a:latin typeface="Symbol" panose="05050102010706020507" pitchFamily="18" charset="2"/>
                  </a:rPr>
                  <a:t>S</a:t>
                </a:r>
                <a:endParaRPr lang="en-US" altLang="en-US" sz="3200">
                  <a:latin typeface="Symbol" panose="05050102010706020507" pitchFamily="18" charset="2"/>
                </a:endParaRPr>
              </a:p>
            </p:txBody>
          </p:sp>
          <p:sp>
            <p:nvSpPr>
              <p:cNvPr id="42000" name="AutoShape 16"/>
              <p:cNvSpPr>
                <a:spLocks noChangeArrowheads="1"/>
              </p:cNvSpPr>
              <p:nvPr/>
            </p:nvSpPr>
            <p:spPr bwMode="auto">
              <a:xfrm>
                <a:off x="2005" y="3408"/>
                <a:ext cx="886" cy="240"/>
              </a:xfrm>
              <a:prstGeom prst="rightArrow">
                <a:avLst>
                  <a:gd name="adj1" fmla="val 50000"/>
                  <a:gd name="adj2" fmla="val 92292"/>
                </a:avLst>
              </a:prstGeom>
              <a:solidFill>
                <a:schemeClr val="accent1"/>
              </a:solidFill>
              <a:ln w="12700">
                <a:solidFill>
                  <a:schemeClr val="accent1"/>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2001" name="AutoShape 17"/>
              <p:cNvSpPr>
                <a:spLocks noChangeArrowheads="1"/>
              </p:cNvSpPr>
              <p:nvPr/>
            </p:nvSpPr>
            <p:spPr bwMode="auto">
              <a:xfrm>
                <a:off x="3803" y="3408"/>
                <a:ext cx="768" cy="240"/>
              </a:xfrm>
              <a:prstGeom prst="rightArrow">
                <a:avLst>
                  <a:gd name="adj1" fmla="val 50000"/>
                  <a:gd name="adj2" fmla="val 80000"/>
                </a:avLst>
              </a:prstGeom>
              <a:solidFill>
                <a:schemeClr val="accent1"/>
              </a:solidFill>
              <a:ln w="12700">
                <a:solidFill>
                  <a:schemeClr val="accent1"/>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2002" name="Text Box 18"/>
              <p:cNvSpPr txBox="1">
                <a:spLocks noChangeArrowheads="1"/>
              </p:cNvSpPr>
              <p:nvPr/>
            </p:nvSpPr>
            <p:spPr bwMode="auto">
              <a:xfrm>
                <a:off x="1493" y="3744"/>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Net Input</a:t>
                </a:r>
              </a:p>
            </p:txBody>
          </p:sp>
          <p:sp>
            <p:nvSpPr>
              <p:cNvPr id="42003" name="Text Box 19"/>
              <p:cNvSpPr txBox="1">
                <a:spLocks noChangeArrowheads="1"/>
              </p:cNvSpPr>
              <p:nvPr/>
            </p:nvSpPr>
            <p:spPr bwMode="auto">
              <a:xfrm>
                <a:off x="477" y="2942"/>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W1</a:t>
                </a:r>
                <a:endParaRPr lang="en-US" altLang="en-US"/>
              </a:p>
            </p:txBody>
          </p:sp>
          <p:sp>
            <p:nvSpPr>
              <p:cNvPr id="42004" name="Text Box 20"/>
              <p:cNvSpPr txBox="1">
                <a:spLocks noChangeArrowheads="1"/>
              </p:cNvSpPr>
              <p:nvPr/>
            </p:nvSpPr>
            <p:spPr bwMode="auto">
              <a:xfrm>
                <a:off x="466" y="3374"/>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W2</a:t>
                </a:r>
                <a:endParaRPr lang="en-US" altLang="en-US"/>
              </a:p>
            </p:txBody>
          </p:sp>
          <p:sp>
            <p:nvSpPr>
              <p:cNvPr id="42005" name="Text Box 21"/>
              <p:cNvSpPr txBox="1">
                <a:spLocks noChangeArrowheads="1"/>
              </p:cNvSpPr>
              <p:nvPr/>
            </p:nvSpPr>
            <p:spPr bwMode="auto">
              <a:xfrm>
                <a:off x="470" y="3730"/>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W3</a:t>
                </a:r>
                <a:endParaRPr lang="en-US" altLang="en-US"/>
              </a:p>
            </p:txBody>
          </p:sp>
          <p:pic>
            <p:nvPicPr>
              <p:cNvPr id="42006" name="Picture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3" y="3264"/>
                <a:ext cx="528"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42007" name="Line 23"/>
              <p:cNvSpPr>
                <a:spLocks noChangeShapeType="1"/>
              </p:cNvSpPr>
              <p:nvPr/>
            </p:nvSpPr>
            <p:spPr bwMode="auto">
              <a:xfrm>
                <a:off x="1792" y="3072"/>
                <a:ext cx="0" cy="240"/>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IN"/>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8707">
                                            <p:txEl>
                                              <p:pRg st="0" end="0"/>
                                            </p:txEl>
                                          </p:spTgt>
                                        </p:tgtEl>
                                        <p:attrNameLst>
                                          <p:attrName>style.visibility</p:attrName>
                                        </p:attrNameLst>
                                      </p:cBhvr>
                                      <p:to>
                                        <p:strVal val="visible"/>
                                      </p:to>
                                    </p:set>
                                    <p:anim calcmode="lin" valueType="num">
                                      <p:cBhvr additive="base">
                                        <p:cTn id="7" dur="500" fill="hold"/>
                                        <p:tgtEl>
                                          <p:spTgt spid="3287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287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8707">
                                            <p:txEl>
                                              <p:pRg st="2" end="2"/>
                                            </p:txEl>
                                          </p:spTgt>
                                        </p:tgtEl>
                                        <p:attrNameLst>
                                          <p:attrName>style.visibility</p:attrName>
                                        </p:attrNameLst>
                                      </p:cBhvr>
                                      <p:to>
                                        <p:strVal val="visible"/>
                                      </p:to>
                                    </p:set>
                                    <p:anim calcmode="lin" valueType="num">
                                      <p:cBhvr additive="base">
                                        <p:cTn id="13" dur="500" fill="hold"/>
                                        <p:tgtEl>
                                          <p:spTgt spid="328707">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287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8707">
                                            <p:txEl>
                                              <p:pRg st="4" end="4"/>
                                            </p:txEl>
                                          </p:spTgt>
                                        </p:tgtEl>
                                        <p:attrNameLst>
                                          <p:attrName>style.visibility</p:attrName>
                                        </p:attrNameLst>
                                      </p:cBhvr>
                                      <p:to>
                                        <p:strVal val="visible"/>
                                      </p:to>
                                    </p:set>
                                    <p:anim calcmode="lin" valueType="num">
                                      <p:cBhvr additive="base">
                                        <p:cTn id="19" dur="500" fill="hold"/>
                                        <p:tgtEl>
                                          <p:spTgt spid="328707">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2870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07" grpId="0" build="p" autoUpdateAnimBg="0"/>
    </p:bld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Fireworks">
  <a:themeElements>
    <a:clrScheme name="Fireworks 1">
      <a:dk1>
        <a:srgbClr val="AF273E"/>
      </a:dk1>
      <a:lt1>
        <a:srgbClr val="FFCC00"/>
      </a:lt1>
      <a:dk2>
        <a:srgbClr val="000000"/>
      </a:dk2>
      <a:lt2>
        <a:srgbClr val="FFFFFF"/>
      </a:lt2>
      <a:accent1>
        <a:srgbClr val="FF8B17"/>
      </a:accent1>
      <a:accent2>
        <a:srgbClr val="FFE103"/>
      </a:accent2>
      <a:accent3>
        <a:srgbClr val="AAAAAA"/>
      </a:accent3>
      <a:accent4>
        <a:srgbClr val="DAAE00"/>
      </a:accent4>
      <a:accent5>
        <a:srgbClr val="FFC4AB"/>
      </a:accent5>
      <a:accent6>
        <a:srgbClr val="E7CC02"/>
      </a:accent6>
      <a:hlink>
        <a:srgbClr val="FF3399"/>
      </a:hlink>
      <a:folHlink>
        <a:srgbClr val="FE1F08"/>
      </a:folHlink>
    </a:clrScheme>
    <a:fontScheme name="Fireworks">
      <a:majorFont>
        <a:latin typeface="Arial Black"/>
        <a:ea typeface=""/>
        <a:cs typeface=""/>
      </a:majorFont>
      <a:minorFont>
        <a:latin typeface="Arial Black"/>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ireworks 1">
        <a:dk1>
          <a:srgbClr val="AF273E"/>
        </a:dk1>
        <a:lt1>
          <a:srgbClr val="FFCC00"/>
        </a:lt1>
        <a:dk2>
          <a:srgbClr val="000000"/>
        </a:dk2>
        <a:lt2>
          <a:srgbClr val="FFFFFF"/>
        </a:lt2>
        <a:accent1>
          <a:srgbClr val="FF8B17"/>
        </a:accent1>
        <a:accent2>
          <a:srgbClr val="FFE103"/>
        </a:accent2>
        <a:accent3>
          <a:srgbClr val="AAAAAA"/>
        </a:accent3>
        <a:accent4>
          <a:srgbClr val="DAAE00"/>
        </a:accent4>
        <a:accent5>
          <a:srgbClr val="FFC4AB"/>
        </a:accent5>
        <a:accent6>
          <a:srgbClr val="E7CC02"/>
        </a:accent6>
        <a:hlink>
          <a:srgbClr val="FF3399"/>
        </a:hlink>
        <a:folHlink>
          <a:srgbClr val="FE1F08"/>
        </a:folHlink>
      </a:clrScheme>
      <a:clrMap bg1="dk2" tx1="lt1" bg2="dk1" tx2="lt2" accent1="accent1" accent2="accent2" accent3="accent3" accent4="accent4" accent5="accent5" accent6="accent6" hlink="hlink" folHlink="folHlink"/>
    </a:extraClrScheme>
    <a:extraClrScheme>
      <a:clrScheme name="Fireworks 2">
        <a:dk1>
          <a:srgbClr val="0000A4"/>
        </a:dk1>
        <a:lt1>
          <a:srgbClr val="CCFFFF"/>
        </a:lt1>
        <a:dk2>
          <a:srgbClr val="000066"/>
        </a:dk2>
        <a:lt2>
          <a:srgbClr val="00FFFF"/>
        </a:lt2>
        <a:accent1>
          <a:srgbClr val="51B2E3"/>
        </a:accent1>
        <a:accent2>
          <a:srgbClr val="04E8AC"/>
        </a:accent2>
        <a:accent3>
          <a:srgbClr val="AAAAB8"/>
        </a:accent3>
        <a:accent4>
          <a:srgbClr val="AEDADA"/>
        </a:accent4>
        <a:accent5>
          <a:srgbClr val="B3D5EF"/>
        </a:accent5>
        <a:accent6>
          <a:srgbClr val="03D29B"/>
        </a:accent6>
        <a:hlink>
          <a:srgbClr val="FF3399"/>
        </a:hlink>
        <a:folHlink>
          <a:srgbClr val="8F5FD5"/>
        </a:folHlink>
      </a:clrScheme>
      <a:clrMap bg1="dk2" tx1="lt1" bg2="dk1" tx2="lt2" accent1="accent1" accent2="accent2" accent3="accent3" accent4="accent4" accent5="accent5" accent6="accent6" hlink="hlink" folHlink="folHlink"/>
    </a:extraClrScheme>
    <a:extraClrScheme>
      <a:clrScheme name="Fireworks 3">
        <a:dk1>
          <a:srgbClr val="9F237F"/>
        </a:dk1>
        <a:lt1>
          <a:srgbClr val="FFCC00"/>
        </a:lt1>
        <a:dk2>
          <a:srgbClr val="000000"/>
        </a:dk2>
        <a:lt2>
          <a:srgbClr val="FFFFFF"/>
        </a:lt2>
        <a:accent1>
          <a:srgbClr val="39A6DD"/>
        </a:accent1>
        <a:accent2>
          <a:srgbClr val="FF03E7"/>
        </a:accent2>
        <a:accent3>
          <a:srgbClr val="AAAAAA"/>
        </a:accent3>
        <a:accent4>
          <a:srgbClr val="DAAE00"/>
        </a:accent4>
        <a:accent5>
          <a:srgbClr val="AED0EB"/>
        </a:accent5>
        <a:accent6>
          <a:srgbClr val="E702D1"/>
        </a:accent6>
        <a:hlink>
          <a:srgbClr val="FF3399"/>
        </a:hlink>
        <a:folHlink>
          <a:srgbClr val="753BCB"/>
        </a:folHlink>
      </a:clrScheme>
      <a:clrMap bg1="dk2" tx1="lt1" bg2="dk1" tx2="lt2" accent1="accent1" accent2="accent2" accent3="accent3" accent4="accent4" accent5="accent5" accent6="accent6" hlink="hlink" folHlink="folHlink"/>
    </a:extraClrScheme>
    <a:extraClrScheme>
      <a:clrScheme name="Fireworks 4">
        <a:dk1>
          <a:srgbClr val="00603B"/>
        </a:dk1>
        <a:lt1>
          <a:srgbClr val="FFCC00"/>
        </a:lt1>
        <a:dk2>
          <a:srgbClr val="000000"/>
        </a:dk2>
        <a:lt2>
          <a:srgbClr val="FFFFFF"/>
        </a:lt2>
        <a:accent1>
          <a:srgbClr val="39A6DD"/>
        </a:accent1>
        <a:accent2>
          <a:srgbClr val="07FB18"/>
        </a:accent2>
        <a:accent3>
          <a:srgbClr val="AAAAAA"/>
        </a:accent3>
        <a:accent4>
          <a:srgbClr val="DAAE00"/>
        </a:accent4>
        <a:accent5>
          <a:srgbClr val="AED0EB"/>
        </a:accent5>
        <a:accent6>
          <a:srgbClr val="06E315"/>
        </a:accent6>
        <a:hlink>
          <a:srgbClr val="FF3399"/>
        </a:hlink>
        <a:folHlink>
          <a:srgbClr val="753BCB"/>
        </a:folHlink>
      </a:clrScheme>
      <a:clrMap bg1="dk2" tx1="lt1" bg2="dk1" tx2="lt2" accent1="accent1" accent2="accent2" accent3="accent3" accent4="accent4" accent5="accent5" accent6="accent6" hlink="hlink" folHlink="folHlink"/>
    </a:extraClrScheme>
    <a:extraClrScheme>
      <a:clrScheme name="Fireworks 5">
        <a:dk1>
          <a:srgbClr val="FF6600"/>
        </a:dk1>
        <a:lt1>
          <a:srgbClr val="FFFFFF"/>
        </a:lt1>
        <a:dk2>
          <a:srgbClr val="003366"/>
        </a:dk2>
        <a:lt2>
          <a:srgbClr val="FFFFFF"/>
        </a:lt2>
        <a:accent1>
          <a:srgbClr val="FF99FF"/>
        </a:accent1>
        <a:accent2>
          <a:srgbClr val="FFFF99"/>
        </a:accent2>
        <a:accent3>
          <a:srgbClr val="AAADB8"/>
        </a:accent3>
        <a:accent4>
          <a:srgbClr val="DADADA"/>
        </a:accent4>
        <a:accent5>
          <a:srgbClr val="FFCAFF"/>
        </a:accent5>
        <a:accent6>
          <a:srgbClr val="E7E78A"/>
        </a:accent6>
        <a:hlink>
          <a:srgbClr val="FF3399"/>
        </a:hlink>
        <a:folHlink>
          <a:srgbClr val="FF9966"/>
        </a:folHlink>
      </a:clrScheme>
      <a:clrMap bg1="dk2" tx1="lt1" bg2="dk1" tx2="lt2" accent1="accent1" accent2="accent2" accent3="accent3" accent4="accent4" accent5="accent5" accent6="accent6" hlink="hlink" folHlink="folHlink"/>
    </a:extraClrScheme>
    <a:extraClrScheme>
      <a:clrScheme name="Fireworks 6">
        <a:dk1>
          <a:srgbClr val="000000"/>
        </a:dk1>
        <a:lt1>
          <a:srgbClr val="FFFFFF"/>
        </a:lt1>
        <a:dk2>
          <a:srgbClr val="993366"/>
        </a:dk2>
        <a:lt2>
          <a:srgbClr val="CCFFFF"/>
        </a:lt2>
        <a:accent1>
          <a:srgbClr val="CCECFF"/>
        </a:accent1>
        <a:accent2>
          <a:srgbClr val="FFFF99"/>
        </a:accent2>
        <a:accent3>
          <a:srgbClr val="FFFFFF"/>
        </a:accent3>
        <a:accent4>
          <a:srgbClr val="000000"/>
        </a:accent4>
        <a:accent5>
          <a:srgbClr val="E2F4FF"/>
        </a:accent5>
        <a:accent6>
          <a:srgbClr val="E7E78A"/>
        </a:accent6>
        <a:hlink>
          <a:srgbClr val="FFCCFF"/>
        </a:hlink>
        <a:folHlink>
          <a:srgbClr val="FFCCC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Default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Clouds">
  <a:themeElements>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fontScheme name="Clou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Cloud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Cloud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Cloud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Cloud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Cloud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Cloud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rbit">
  <a:themeElements>
    <a:clrScheme name="Orbit 1">
      <a:dk1>
        <a:srgbClr val="003300"/>
      </a:dk1>
      <a:lt1>
        <a:srgbClr val="FFFFFF"/>
      </a:lt1>
      <a:dk2>
        <a:srgbClr val="003300"/>
      </a:dk2>
      <a:lt2>
        <a:srgbClr val="808080"/>
      </a:lt2>
      <a:accent1>
        <a:srgbClr val="A6BF73"/>
      </a:accent1>
      <a:accent2>
        <a:srgbClr val="FFFFCC"/>
      </a:accent2>
      <a:accent3>
        <a:srgbClr val="FFFFFF"/>
      </a:accent3>
      <a:accent4>
        <a:srgbClr val="002A00"/>
      </a:accent4>
      <a:accent5>
        <a:srgbClr val="D0DCBC"/>
      </a:accent5>
      <a:accent6>
        <a:srgbClr val="E7E7B9"/>
      </a:accent6>
      <a:hlink>
        <a:srgbClr val="70AABF"/>
      </a:hlink>
      <a:folHlink>
        <a:srgbClr val="BF848A"/>
      </a:folHlink>
    </a:clrScheme>
    <a:fontScheme name="Orbit">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rbit 1">
        <a:dk1>
          <a:srgbClr val="003300"/>
        </a:dk1>
        <a:lt1>
          <a:srgbClr val="FFFFFF"/>
        </a:lt1>
        <a:dk2>
          <a:srgbClr val="003300"/>
        </a:dk2>
        <a:lt2>
          <a:srgbClr val="808080"/>
        </a:lt2>
        <a:accent1>
          <a:srgbClr val="A6BF73"/>
        </a:accent1>
        <a:accent2>
          <a:srgbClr val="FFFFCC"/>
        </a:accent2>
        <a:accent3>
          <a:srgbClr val="FFFFFF"/>
        </a:accent3>
        <a:accent4>
          <a:srgbClr val="002A00"/>
        </a:accent4>
        <a:accent5>
          <a:srgbClr val="D0DCBC"/>
        </a:accent5>
        <a:accent6>
          <a:srgbClr val="E7E7B9"/>
        </a:accent6>
        <a:hlink>
          <a:srgbClr val="70AABF"/>
        </a:hlink>
        <a:folHlink>
          <a:srgbClr val="BF848A"/>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1_Clouds">
  <a:themeElements>
    <a:clrScheme name="1_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fontScheme name="1_Clou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1_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Cloud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1_Cloud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1_Cloud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1_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1_Cloud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1_Cloud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1_Cloud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2.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3.xml><?xml version="1.0" encoding="utf-8"?>
<a:themeOverride xmlns:a="http://schemas.openxmlformats.org/drawingml/2006/main">
  <a:clrScheme name="">
    <a:dk1>
      <a:srgbClr val="9900FF"/>
    </a:dk1>
    <a:lt1>
      <a:srgbClr val="FF66FF"/>
    </a:lt1>
    <a:dk2>
      <a:srgbClr val="6600CC"/>
    </a:dk2>
    <a:lt2>
      <a:srgbClr val="808080"/>
    </a:lt2>
    <a:accent1>
      <a:srgbClr val="00CC99"/>
    </a:accent1>
    <a:accent2>
      <a:srgbClr val="3333CC"/>
    </a:accent2>
    <a:accent3>
      <a:srgbClr val="FFB8FF"/>
    </a:accent3>
    <a:accent4>
      <a:srgbClr val="8200DA"/>
    </a:accent4>
    <a:accent5>
      <a:srgbClr val="AAE2CA"/>
    </a:accent5>
    <a:accent6>
      <a:srgbClr val="2D2DB9"/>
    </a:accent6>
    <a:hlink>
      <a:srgbClr val="CCCCFF"/>
    </a:hlink>
    <a:folHlink>
      <a:srgbClr val="B2B2B2"/>
    </a:folHlink>
  </a:clrScheme>
</a:themeOverride>
</file>

<file path=ppt/theme/themeOverride4.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5.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6.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7.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8.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9.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10.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11.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docProps/app.xml><?xml version="1.0" encoding="utf-8"?>
<Properties xmlns="http://schemas.openxmlformats.org/officeDocument/2006/extended-properties" xmlns:vt="http://schemas.openxmlformats.org/officeDocument/2006/docPropsVTypes">
  <Template/>
  <TotalTime>550</TotalTime>
  <Words>1503</Words>
  <Application>Microsoft Office PowerPoint</Application>
  <PresentationFormat>On-screen Show (4:3)</PresentationFormat>
  <Paragraphs>242</Paragraphs>
  <Slides>31</Slides>
  <Notes>29</Notes>
  <HiddenSlides>0</HiddenSlides>
  <MMClips>0</MMClips>
  <ScaleCrop>false</ScaleCrop>
  <HeadingPairs>
    <vt:vector size="6" baseType="variant">
      <vt:variant>
        <vt:lpstr>Fonts Used</vt:lpstr>
      </vt:variant>
      <vt:variant>
        <vt:i4>8</vt:i4>
      </vt:variant>
      <vt:variant>
        <vt:lpstr>Theme</vt:lpstr>
      </vt:variant>
      <vt:variant>
        <vt:i4>7</vt:i4>
      </vt:variant>
      <vt:variant>
        <vt:lpstr>Slide Titles</vt:lpstr>
      </vt:variant>
      <vt:variant>
        <vt:i4>31</vt:i4>
      </vt:variant>
    </vt:vector>
  </HeadingPairs>
  <TitlesOfParts>
    <vt:vector size="46" baseType="lpstr">
      <vt:lpstr>Times New Roman</vt:lpstr>
      <vt:lpstr>Arial</vt:lpstr>
      <vt:lpstr>Arial Black</vt:lpstr>
      <vt:lpstr>Wingdings</vt:lpstr>
      <vt:lpstr>ＭＳ Ｐゴシック</vt:lpstr>
      <vt:lpstr>Book Antiqua</vt:lpstr>
      <vt:lpstr>Wingdings 3</vt:lpstr>
      <vt:lpstr>Symbol</vt:lpstr>
      <vt:lpstr>Default Design</vt:lpstr>
      <vt:lpstr>Fireworks</vt:lpstr>
      <vt:lpstr>1_Default Design</vt:lpstr>
      <vt:lpstr>2_Default Design</vt:lpstr>
      <vt:lpstr>Clouds</vt:lpstr>
      <vt:lpstr>Orbit</vt:lpstr>
      <vt:lpstr>1_Clouds</vt:lpstr>
      <vt:lpstr>Presentation Suggestions</vt:lpstr>
      <vt:lpstr>A Sad Day on Sesame Street </vt:lpstr>
      <vt:lpstr>Example of a Bad Color Scheme</vt:lpstr>
      <vt:lpstr>Another Bad Color Scheme</vt:lpstr>
      <vt:lpstr>Distracting Backgrounds</vt:lpstr>
      <vt:lpstr>Regulation of Herbs and Drugs</vt:lpstr>
      <vt:lpstr>Text on Slides</vt:lpstr>
      <vt:lpstr>Decorating Your House for Halloween</vt:lpstr>
      <vt:lpstr>Halloween Decorations</vt:lpstr>
      <vt:lpstr>Plasmodium Life Cycle</vt:lpstr>
      <vt:lpstr>Plasmodium Life Cycle</vt:lpstr>
      <vt:lpstr>Summary of Helpful Points</vt:lpstr>
      <vt:lpstr>Summary of Helpful Points</vt:lpstr>
      <vt:lpstr>What is wrong with the following slides?</vt:lpstr>
      <vt:lpstr>THE CENTRAL DOGMA OF MOLECULAR BIOLOGY</vt:lpstr>
      <vt:lpstr>PowerPoint Presentation</vt:lpstr>
      <vt:lpstr>More Practice</vt:lpstr>
      <vt:lpstr>SOM Output</vt:lpstr>
      <vt:lpstr>PowerPoint Presentation</vt:lpstr>
      <vt:lpstr>URSIDAE (Bears) </vt:lpstr>
      <vt:lpstr>PowerPoint Presentation</vt:lpstr>
      <vt:lpstr>BLUNT END VS. STICKY END</vt:lpstr>
      <vt:lpstr>Miotics</vt:lpstr>
      <vt:lpstr>PowerPoint Presentation</vt:lpstr>
      <vt:lpstr>Energy Changes Associated with Changes of State</vt:lpstr>
      <vt:lpstr>PowerPoint Presentation</vt:lpstr>
      <vt:lpstr>The strands are held in position, binding easily to DNA polymerase, which catalyzes the elongation of the leading and lagging strands.  While the DNA polymerase on the leading strand can operate in a continuous fashion, RNA primer is needed repeatedly on the lagging strand to facilitate synthesis of Okazaki fragments.  </vt:lpstr>
      <vt:lpstr>Hydrophobic and Hydrophilic</vt:lpstr>
      <vt:lpstr>Hydrophobic versus Hydrophilic </vt:lpstr>
      <vt:lpstr>DFA – Results</vt:lpstr>
      <vt:lpstr>How Do Neural Networks Compute?</vt:lpstr>
    </vt:vector>
  </TitlesOfParts>
  <Company>ccsu</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examples</dc:title>
  <dc:creator>mfurlong</dc:creator>
  <cp:lastModifiedBy>user</cp:lastModifiedBy>
  <cp:revision>42</cp:revision>
  <dcterms:created xsi:type="dcterms:W3CDTF">2002-10-28T17:41:29Z</dcterms:created>
  <dcterms:modified xsi:type="dcterms:W3CDTF">2026-07-09T09:20:39Z</dcterms:modified>
</cp:coreProperties>
</file>