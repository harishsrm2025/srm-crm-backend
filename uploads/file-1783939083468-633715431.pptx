
<file path=[Content_Types].xml><?xml version="1.0" encoding="utf-8"?>
<Types xmlns="http://schemas.openxmlformats.org/package/2006/content-types">
  <Default Extension="png" ContentType="image/png"/>
  <Default Extension="bin" ContentType="application/vnd.ms-office.activeX"/>
  <Default Extension="jpeg" ContentType="image/jpeg"/>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4.xml" ContentType="application/vnd.openxmlformats-officedocument.themeOverride+xml"/>
  <Override PartName="/ppt/notesSlides/notesSlide7.xml" ContentType="application/vnd.openxmlformats-officedocument.presentationml.notesSlide+xml"/>
  <Override PartName="/ppt/theme/themeOverride5.xml" ContentType="application/vnd.openxmlformats-officedocument.themeOverride+xml"/>
  <Override PartName="/ppt/notesSlides/notesSlide8.xml" ContentType="application/vnd.openxmlformats-officedocument.presentationml.notesSlide+xml"/>
  <Override PartName="/ppt/theme/themeOverride6.xml" ContentType="application/vnd.openxmlformats-officedocument.themeOverride+xml"/>
  <Override PartName="/ppt/notesSlides/notesSlide9.xml" ContentType="application/vnd.openxmlformats-officedocument.presentationml.notesSlide+xml"/>
  <Override PartName="/ppt/theme/themeOverride7.xml" ContentType="application/vnd.openxmlformats-officedocument.themeOverride+xml"/>
  <Override PartName="/ppt/notesSlides/notesSlide10.xml" ContentType="application/vnd.openxmlformats-officedocument.presentationml.notesSlide+xml"/>
  <Override PartName="/ppt/theme/themeOverride8.xml" ContentType="application/vnd.openxmlformats-officedocument.themeOverride+xml"/>
  <Override PartName="/ppt/notesSlides/notesSlide11.xml" ContentType="application/vnd.openxmlformats-officedocument.presentationml.notesSlide+xml"/>
  <Override PartName="/ppt/theme/themeOverride9.xml" ContentType="application/vnd.openxmlformats-officedocument.themeOverride+xml"/>
  <Override PartName="/ppt/notesSlides/notesSlide12.xml" ContentType="application/vnd.openxmlformats-officedocument.presentationml.notesSlide+xml"/>
  <Override PartName="/ppt/theme/themeOverride10.xml" ContentType="application/vnd.openxmlformats-officedocument.themeOverride+xml"/>
  <Override PartName="/ppt/notesSlides/notesSlide13.xml" ContentType="application/vnd.openxmlformats-officedocument.presentationml.notesSlide+xml"/>
  <Override PartName="/ppt/theme/themeOverride11.xml" ContentType="application/vnd.openxmlformats-officedocument.themeOverr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ctiveX/activeX1.xml" ContentType="application/vnd.ms-office.activeX+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63" r:id="rId3"/>
    <p:sldMasterId id="2147483664" r:id="rId4"/>
    <p:sldMasterId id="2147483667" r:id="rId5"/>
    <p:sldMasterId id="2147483669" r:id="rId6"/>
    <p:sldMasterId id="2147483673" r:id="rId7"/>
  </p:sldMasterIdLst>
  <p:notesMasterIdLst>
    <p:notesMasterId r:id="rId39"/>
  </p:notesMasterIdLst>
  <p:sldIdLst>
    <p:sldId id="258" r:id="rId8"/>
    <p:sldId id="259" r:id="rId9"/>
    <p:sldId id="256" r:id="rId10"/>
    <p:sldId id="279" r:id="rId11"/>
    <p:sldId id="278" r:id="rId12"/>
    <p:sldId id="280" r:id="rId13"/>
    <p:sldId id="257" r:id="rId14"/>
    <p:sldId id="260" r:id="rId15"/>
    <p:sldId id="261" r:id="rId16"/>
    <p:sldId id="266" r:id="rId17"/>
    <p:sldId id="277" r:id="rId18"/>
    <p:sldId id="265" r:id="rId19"/>
    <p:sldId id="287" r:id="rId20"/>
    <p:sldId id="281" r:id="rId21"/>
    <p:sldId id="271" r:id="rId22"/>
    <p:sldId id="270" r:id="rId23"/>
    <p:sldId id="295" r:id="rId24"/>
    <p:sldId id="290" r:id="rId25"/>
    <p:sldId id="273" r:id="rId26"/>
    <p:sldId id="289" r:id="rId27"/>
    <p:sldId id="296" r:id="rId28"/>
    <p:sldId id="283" r:id="rId29"/>
    <p:sldId id="288" r:id="rId30"/>
    <p:sldId id="284" r:id="rId31"/>
    <p:sldId id="294" r:id="rId32"/>
    <p:sldId id="292" r:id="rId33"/>
    <p:sldId id="274" r:id="rId34"/>
    <p:sldId id="275" r:id="rId35"/>
    <p:sldId id="276" r:id="rId36"/>
    <p:sldId id="291" r:id="rId37"/>
    <p:sldId id="293" r:id="rId38"/>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FA9500"/>
    <a:srgbClr val="000000"/>
    <a:srgbClr val="0000FF"/>
    <a:srgbClr val="0000CC"/>
    <a:srgbClr val="0033CC"/>
    <a:srgbClr val="FC5346"/>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30" autoAdjust="0"/>
  </p:normalViewPr>
  <p:slideViewPr>
    <p:cSldViewPr>
      <p:cViewPr varScale="1">
        <p:scale>
          <a:sx n="92" d="100"/>
          <a:sy n="92" d="100"/>
        </p:scale>
        <p:origin x="-420" y="-10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80" d="100"/>
          <a:sy n="80" d="100"/>
        </p:scale>
        <p:origin x="-2832" y="-8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112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43012"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12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112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EF4DB6E-C0A3-4BD6-843E-A7CDAAF4C6DB}" type="slidenum">
              <a:rPr lang="en-US" altLang="en-US"/>
              <a:pPr/>
              <a:t>‹#›</a:t>
            </a:fld>
            <a:endParaRPr lang="en-US" altLang="en-US"/>
          </a:p>
        </p:txBody>
      </p:sp>
    </p:spTree>
    <p:extLst>
      <p:ext uri="{BB962C8B-B14F-4D97-AF65-F5344CB8AC3E}">
        <p14:creationId xmlns:p14="http://schemas.microsoft.com/office/powerpoint/2010/main" val="77101166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A5AED3E-83E4-491A-948C-24C9466BE152}" type="slidenum">
              <a:rPr lang="en-US" altLang="en-US" sz="1200"/>
              <a:pPr eaLnBrk="1" hangingPunct="1"/>
              <a:t>1</a:t>
            </a:fld>
            <a:endParaRPr lang="en-US" altLang="en-US" sz="1200"/>
          </a:p>
        </p:txBody>
      </p:sp>
      <p:sp>
        <p:nvSpPr>
          <p:cNvPr id="44035" name="Rectangle 2"/>
          <p:cNvSpPr>
            <a:spLocks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41714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B7801AA-A4DD-4D26-8AEF-FFBAD9E75B0A}" type="slidenum">
              <a:rPr lang="en-US" altLang="en-US" sz="1200"/>
              <a:pPr eaLnBrk="1" hangingPunct="1"/>
              <a:t>2</a:t>
            </a:fld>
            <a:endParaRPr lang="en-US" altLang="en-US" sz="1200"/>
          </a:p>
        </p:txBody>
      </p:sp>
      <p:sp>
        <p:nvSpPr>
          <p:cNvPr id="45059" name="Rectangle 2"/>
          <p:cNvSpPr>
            <a:spLocks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164730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B557CC0-CA70-4649-AC63-A39A85D6531F}" type="slidenum">
              <a:rPr lang="en-US" altLang="en-US" sz="1200"/>
              <a:pPr eaLnBrk="1" hangingPunct="1"/>
              <a:t>3</a:t>
            </a:fld>
            <a:endParaRPr lang="en-US" altLang="en-US" sz="1200"/>
          </a:p>
        </p:txBody>
      </p:sp>
      <p:sp>
        <p:nvSpPr>
          <p:cNvPr id="46083" name="Rectangle 2"/>
          <p:cNvSpPr>
            <a:spLocks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92550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D7ED885-ABBD-44B0-BA14-9162A220240C}" type="slidenum">
              <a:rPr lang="en-US" altLang="en-US" sz="1200"/>
              <a:pPr eaLnBrk="1" hangingPunct="1"/>
              <a:t>4</a:t>
            </a:fld>
            <a:endParaRPr lang="en-US" altLang="en-US" sz="1200"/>
          </a:p>
        </p:txBody>
      </p:sp>
      <p:sp>
        <p:nvSpPr>
          <p:cNvPr id="47107" name="Rectangle 2"/>
          <p:cNvSpPr>
            <a:spLocks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82287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289609D-2573-42E2-89F3-BC0C8F655DBD}" type="slidenum">
              <a:rPr lang="en-US" altLang="en-US" sz="1200"/>
              <a:pPr eaLnBrk="1" hangingPunct="1"/>
              <a:t>5</a:t>
            </a:fld>
            <a:endParaRPr lang="en-US" altLang="en-US" sz="1200"/>
          </a:p>
        </p:txBody>
      </p:sp>
      <p:sp>
        <p:nvSpPr>
          <p:cNvPr id="48131" name="Rectangle 2"/>
          <p:cNvSpPr>
            <a:spLocks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4140885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7D38175-62D8-45CE-A038-84F2A5332216}" type="slidenum">
              <a:rPr lang="en-US" altLang="en-US" sz="1200"/>
              <a:pPr eaLnBrk="1" hangingPunct="1"/>
              <a:t>6</a:t>
            </a:fld>
            <a:endParaRPr lang="en-US" altLang="en-US" sz="1200"/>
          </a:p>
        </p:txBody>
      </p:sp>
      <p:sp>
        <p:nvSpPr>
          <p:cNvPr id="49155" name="Rectangle 2"/>
          <p:cNvSpPr>
            <a:spLocks noChangeArrowheads="1" noTextEdit="1"/>
          </p:cNvSpPr>
          <p:nvPr>
            <p:ph type="sldImg"/>
          </p:nvPr>
        </p:nvSpPr>
        <p:spPr>
          <a:ln/>
        </p:spPr>
      </p:sp>
      <p:sp>
        <p:nvSpPr>
          <p:cNvPr id="49156"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endParaRPr lang="en-US" altLang="en-US" smtClean="0"/>
          </a:p>
        </p:txBody>
      </p:sp>
    </p:spTree>
    <p:extLst>
      <p:ext uri="{BB962C8B-B14F-4D97-AF65-F5344CB8AC3E}">
        <p14:creationId xmlns:p14="http://schemas.microsoft.com/office/powerpoint/2010/main" val="2215880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2597E44-D72B-4DDC-AD25-D3F829969F94}" type="slidenum">
              <a:rPr lang="en-US" altLang="en-US" sz="1200"/>
              <a:pPr eaLnBrk="1" hangingPunct="1"/>
              <a:t>7</a:t>
            </a:fld>
            <a:endParaRPr lang="en-US" altLang="en-US" sz="1200"/>
          </a:p>
        </p:txBody>
      </p:sp>
      <p:sp>
        <p:nvSpPr>
          <p:cNvPr id="50179" name="Rectangle 2"/>
          <p:cNvSpPr>
            <a:spLocks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952890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A7EB6CF-9D83-4D0F-AD45-86868C1EF2A3}" type="slidenum">
              <a:rPr lang="en-US" altLang="en-US" sz="1200"/>
              <a:pPr eaLnBrk="1" hangingPunct="1"/>
              <a:t>8</a:t>
            </a:fld>
            <a:endParaRPr lang="en-US" altLang="en-US" sz="1200"/>
          </a:p>
        </p:txBody>
      </p:sp>
      <p:sp>
        <p:nvSpPr>
          <p:cNvPr id="51203" name="Rectangle 2"/>
          <p:cNvSpPr>
            <a:spLocks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321573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4F9E303-2DA0-4EE6-B6D5-99EB9A5868AB}" type="slidenum">
              <a:rPr lang="en-US" altLang="en-US" sz="1200"/>
              <a:pPr eaLnBrk="1" hangingPunct="1"/>
              <a:t>9</a:t>
            </a:fld>
            <a:endParaRPr lang="en-US" altLang="en-US" sz="1200"/>
          </a:p>
        </p:txBody>
      </p:sp>
      <p:sp>
        <p:nvSpPr>
          <p:cNvPr id="52227" name="Rectangle 2"/>
          <p:cNvSpPr>
            <a:spLocks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42310052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7500AF1-E585-4B65-88D0-D383C25A247C}" type="slidenum">
              <a:rPr lang="en-US" altLang="en-US" sz="1200"/>
              <a:pPr eaLnBrk="1" hangingPunct="1"/>
              <a:t>10</a:t>
            </a:fld>
            <a:endParaRPr lang="en-US" altLang="en-US" sz="1200"/>
          </a:p>
        </p:txBody>
      </p:sp>
      <p:sp>
        <p:nvSpPr>
          <p:cNvPr id="53251" name="Rectangle 2"/>
          <p:cNvSpPr>
            <a:spLocks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4195842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4546948-0EEA-42E1-8D53-3A8F56AC6CFF}" type="slidenum">
              <a:rPr lang="en-US" altLang="en-US" sz="1200"/>
              <a:pPr eaLnBrk="1" hangingPunct="1"/>
              <a:t>11</a:t>
            </a:fld>
            <a:endParaRPr lang="en-US" altLang="en-US" sz="1200"/>
          </a:p>
        </p:txBody>
      </p:sp>
      <p:sp>
        <p:nvSpPr>
          <p:cNvPr id="54275" name="Rectangle 2"/>
          <p:cNvSpPr>
            <a:spLocks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4151292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4FA1843-63C7-46BB-849A-50AE2BA2B4FF}" type="slidenum">
              <a:rPr lang="en-US" altLang="en-US" sz="1200"/>
              <a:pPr eaLnBrk="1" hangingPunct="1"/>
              <a:t>12</a:t>
            </a:fld>
            <a:endParaRPr lang="en-US" altLang="en-US" sz="1200"/>
          </a:p>
        </p:txBody>
      </p:sp>
      <p:sp>
        <p:nvSpPr>
          <p:cNvPr id="55299" name="Rectangle 2"/>
          <p:cNvSpPr>
            <a:spLocks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40005394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84DF6C8-9D8F-494F-8D76-001BC8F22CF7}" type="slidenum">
              <a:rPr lang="en-US" altLang="en-US" sz="1200"/>
              <a:pPr eaLnBrk="1" hangingPunct="1"/>
              <a:t>13</a:t>
            </a:fld>
            <a:endParaRPr lang="en-US" altLang="en-US" sz="1200"/>
          </a:p>
        </p:txBody>
      </p:sp>
      <p:sp>
        <p:nvSpPr>
          <p:cNvPr id="56323" name="Rectangle 2"/>
          <p:cNvSpPr>
            <a:spLocks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357610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7287369-86E1-42ED-A726-1DE0C4AB9E7F}" type="slidenum">
              <a:rPr lang="en-US" altLang="en-US" sz="1200"/>
              <a:pPr eaLnBrk="1" hangingPunct="1"/>
              <a:t>14</a:t>
            </a:fld>
            <a:endParaRPr lang="en-US" altLang="en-US" sz="1200"/>
          </a:p>
        </p:txBody>
      </p:sp>
      <p:sp>
        <p:nvSpPr>
          <p:cNvPr id="57347" name="Rectangle 2"/>
          <p:cNvSpPr>
            <a:spLocks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30067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6445D09-6F69-420D-9D1B-9C3A620C5B36}" type="slidenum">
              <a:rPr lang="en-US" altLang="en-US" sz="1200"/>
              <a:pPr eaLnBrk="1" hangingPunct="1"/>
              <a:t>15</a:t>
            </a:fld>
            <a:endParaRPr lang="en-US" altLang="en-US" sz="1200"/>
          </a:p>
        </p:txBody>
      </p:sp>
      <p:sp>
        <p:nvSpPr>
          <p:cNvPr id="58371" name="Rectangle 2"/>
          <p:cNvSpPr>
            <a:spLocks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6671047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F144E46-CC4C-424B-8F82-6BFEBAF53FC4}" type="slidenum">
              <a:rPr lang="en-US" altLang="en-US" sz="1200"/>
              <a:pPr eaLnBrk="1" hangingPunct="1"/>
              <a:t>16</a:t>
            </a:fld>
            <a:endParaRPr lang="en-US" altLang="en-US" sz="1200"/>
          </a:p>
        </p:txBody>
      </p:sp>
      <p:sp>
        <p:nvSpPr>
          <p:cNvPr id="59395" name="Rectangle 2"/>
          <p:cNvSpPr>
            <a:spLocks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5115550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E2F158C-B2AE-4D5E-9C80-4076A77B65CB}" type="slidenum">
              <a:rPr lang="en-US" altLang="en-US" sz="1200"/>
              <a:pPr eaLnBrk="1" hangingPunct="1"/>
              <a:t>18</a:t>
            </a:fld>
            <a:endParaRPr lang="en-US" altLang="en-US" sz="1200"/>
          </a:p>
        </p:txBody>
      </p:sp>
    </p:spTree>
    <p:extLst>
      <p:ext uri="{BB962C8B-B14F-4D97-AF65-F5344CB8AC3E}">
        <p14:creationId xmlns:p14="http://schemas.microsoft.com/office/powerpoint/2010/main" val="13268203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55A34EB-F124-4980-8E29-BA5A8A9D4ED1}" type="slidenum">
              <a:rPr lang="en-US" altLang="en-US" sz="1200"/>
              <a:pPr eaLnBrk="1" hangingPunct="1"/>
              <a:t>19</a:t>
            </a:fld>
            <a:endParaRPr lang="en-US" altLang="en-US" sz="1200"/>
          </a:p>
        </p:txBody>
      </p:sp>
      <p:sp>
        <p:nvSpPr>
          <p:cNvPr id="61443" name="Rectangle 2"/>
          <p:cNvSpPr>
            <a:spLocks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3344976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4747E05-17C1-4FFB-8B13-04C9DD4151D4}" type="slidenum">
              <a:rPr lang="en-US" altLang="en-US" sz="1200"/>
              <a:pPr eaLnBrk="1" hangingPunct="1"/>
              <a:t>20</a:t>
            </a:fld>
            <a:endParaRPr lang="en-US" altLang="en-US" sz="1200"/>
          </a:p>
        </p:txBody>
      </p:sp>
    </p:spTree>
    <p:extLst>
      <p:ext uri="{BB962C8B-B14F-4D97-AF65-F5344CB8AC3E}">
        <p14:creationId xmlns:p14="http://schemas.microsoft.com/office/powerpoint/2010/main" val="1327683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DC7ECB1-2F43-418D-95DA-DFEE0A532B99}" type="slidenum">
              <a:rPr lang="en-US" altLang="en-US" sz="1200"/>
              <a:pPr eaLnBrk="1" hangingPunct="1"/>
              <a:t>22</a:t>
            </a:fld>
            <a:endParaRPr lang="en-US" altLang="en-US" sz="1200"/>
          </a:p>
        </p:txBody>
      </p:sp>
      <p:sp>
        <p:nvSpPr>
          <p:cNvPr id="63491" name="Rectangle 2"/>
          <p:cNvSpPr>
            <a:spLocks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4678555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B78D12D-0B54-462F-98C3-08DB150F3F83}" type="slidenum">
              <a:rPr lang="en-US" altLang="en-US" sz="1200"/>
              <a:pPr eaLnBrk="1" hangingPunct="1"/>
              <a:t>23</a:t>
            </a:fld>
            <a:endParaRPr lang="en-US" altLang="en-US" sz="1200"/>
          </a:p>
        </p:txBody>
      </p:sp>
    </p:spTree>
    <p:extLst>
      <p:ext uri="{BB962C8B-B14F-4D97-AF65-F5344CB8AC3E}">
        <p14:creationId xmlns:p14="http://schemas.microsoft.com/office/powerpoint/2010/main" val="8837056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3F98A90-6A55-457F-B0E0-17E705CD0834}" type="slidenum">
              <a:rPr lang="en-US" altLang="en-US" sz="1200"/>
              <a:pPr eaLnBrk="1" hangingPunct="1"/>
              <a:t>24</a:t>
            </a:fld>
            <a:endParaRPr lang="en-US" altLang="en-US" sz="1200"/>
          </a:p>
        </p:txBody>
      </p:sp>
      <p:sp>
        <p:nvSpPr>
          <p:cNvPr id="65539" name="Rectangle 2"/>
          <p:cNvSpPr>
            <a:spLocks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1374443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91E85E8-9511-4E27-AFF6-0534702B5725}" type="slidenum">
              <a:rPr lang="en-US" altLang="en-US" sz="1200">
                <a:ea typeface="ＭＳ Ｐゴシック" panose="020B0600070205080204" pitchFamily="34" charset="-128"/>
              </a:rPr>
              <a:pPr eaLnBrk="1" hangingPunct="1"/>
              <a:t>25</a:t>
            </a:fld>
            <a:endParaRPr lang="en-US" altLang="en-US" sz="1200">
              <a:ea typeface="ＭＳ Ｐゴシック" panose="020B0600070205080204" pitchFamily="34" charset="-128"/>
            </a:endParaRPr>
          </a:p>
        </p:txBody>
      </p:sp>
      <p:sp>
        <p:nvSpPr>
          <p:cNvPr id="66563" name="Rectangle 2"/>
          <p:cNvSpPr>
            <a:spLocks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ea typeface="ＭＳ Ｐゴシック" panose="020B0600070205080204" pitchFamily="34" charset="-128"/>
            </a:endParaRPr>
          </a:p>
        </p:txBody>
      </p:sp>
    </p:spTree>
    <p:extLst>
      <p:ext uri="{BB962C8B-B14F-4D97-AF65-F5344CB8AC3E}">
        <p14:creationId xmlns:p14="http://schemas.microsoft.com/office/powerpoint/2010/main" val="6084521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9765B94-3553-45D1-9999-FD3B2243037F}" type="slidenum">
              <a:rPr lang="en-US" altLang="en-US" sz="1200"/>
              <a:pPr eaLnBrk="1" hangingPunct="1"/>
              <a:t>26</a:t>
            </a:fld>
            <a:endParaRPr lang="en-US" altLang="en-US" sz="1200"/>
          </a:p>
        </p:txBody>
      </p:sp>
    </p:spTree>
    <p:extLst>
      <p:ext uri="{BB962C8B-B14F-4D97-AF65-F5344CB8AC3E}">
        <p14:creationId xmlns:p14="http://schemas.microsoft.com/office/powerpoint/2010/main" val="42369108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D9AD081-9CC3-4CDB-A632-0D8ADF7E81B1}" type="slidenum">
              <a:rPr lang="en-US" altLang="en-US" sz="1200"/>
              <a:pPr eaLnBrk="1" hangingPunct="1"/>
              <a:t>27</a:t>
            </a:fld>
            <a:endParaRPr lang="en-US" altLang="en-US" sz="1200"/>
          </a:p>
        </p:txBody>
      </p:sp>
      <p:sp>
        <p:nvSpPr>
          <p:cNvPr id="68611" name="Rectangle 2"/>
          <p:cNvSpPr>
            <a:spLocks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2271257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4814071-465E-4669-AA3F-33B62B693937}" type="slidenum">
              <a:rPr lang="en-US" altLang="en-US" sz="1200"/>
              <a:pPr eaLnBrk="1" hangingPunct="1"/>
              <a:t>28</a:t>
            </a:fld>
            <a:endParaRPr lang="en-US" altLang="en-US" sz="1200"/>
          </a:p>
        </p:txBody>
      </p:sp>
      <p:sp>
        <p:nvSpPr>
          <p:cNvPr id="69635" name="Rectangle 2"/>
          <p:cNvSpPr>
            <a:spLocks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1914966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94B9F3A-F5A3-4817-941C-8C66D2C895DD}" type="slidenum">
              <a:rPr lang="en-US" altLang="en-US" sz="1200"/>
              <a:pPr eaLnBrk="1" hangingPunct="1"/>
              <a:t>29</a:t>
            </a:fld>
            <a:endParaRPr lang="en-US" altLang="en-US" sz="1200"/>
          </a:p>
        </p:txBody>
      </p:sp>
      <p:sp>
        <p:nvSpPr>
          <p:cNvPr id="70659" name="Rectangle 2"/>
          <p:cNvSpPr>
            <a:spLocks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8649990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3830D14-9450-48D2-AA37-FE59D2C2C49D}" type="slidenum">
              <a:rPr lang="en-US" altLang="en-US" sz="1200"/>
              <a:pPr eaLnBrk="1" hangingPunct="1"/>
              <a:t>30</a:t>
            </a:fld>
            <a:endParaRPr lang="en-US" altLang="en-US" sz="1200"/>
          </a:p>
        </p:txBody>
      </p:sp>
      <p:sp>
        <p:nvSpPr>
          <p:cNvPr id="71683" name="Rectangle 2"/>
          <p:cNvSpPr>
            <a:spLocks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z="2400" smtClean="0"/>
          </a:p>
        </p:txBody>
      </p:sp>
    </p:spTree>
    <p:extLst>
      <p:ext uri="{BB962C8B-B14F-4D97-AF65-F5344CB8AC3E}">
        <p14:creationId xmlns:p14="http://schemas.microsoft.com/office/powerpoint/2010/main" val="1401001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DF82997-0A17-4BD3-A7A7-D7245006A15B}" type="slidenum">
              <a:rPr lang="en-US" altLang="en-US" sz="1200"/>
              <a:pPr eaLnBrk="1" hangingPunct="1"/>
              <a:t>31</a:t>
            </a:fld>
            <a:endParaRPr lang="en-US" altLang="en-US" sz="1200"/>
          </a:p>
        </p:txBody>
      </p:sp>
    </p:spTree>
    <p:extLst>
      <p:ext uri="{BB962C8B-B14F-4D97-AF65-F5344CB8AC3E}">
        <p14:creationId xmlns:p14="http://schemas.microsoft.com/office/powerpoint/2010/main" val="2549497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43E32A5E-8E23-45EE-B75B-6030DE16F97F}" type="slidenum">
              <a:rPr lang="en-US" altLang="en-US"/>
              <a:pPr/>
              <a:t>‹#›</a:t>
            </a:fld>
            <a:endParaRPr lang="en-US" altLang="en-US"/>
          </a:p>
        </p:txBody>
      </p:sp>
    </p:spTree>
    <p:extLst>
      <p:ext uri="{BB962C8B-B14F-4D97-AF65-F5344CB8AC3E}">
        <p14:creationId xmlns:p14="http://schemas.microsoft.com/office/powerpoint/2010/main" val="4070771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AB1A6C69-7114-43F5-AFB9-69BEA391C2E6}" type="slidenum">
              <a:rPr lang="en-US" altLang="en-US"/>
              <a:pPr/>
              <a:t>‹#›</a:t>
            </a:fld>
            <a:endParaRPr lang="en-US" altLang="en-US"/>
          </a:p>
        </p:txBody>
      </p:sp>
    </p:spTree>
    <p:extLst>
      <p:ext uri="{BB962C8B-B14F-4D97-AF65-F5344CB8AC3E}">
        <p14:creationId xmlns:p14="http://schemas.microsoft.com/office/powerpoint/2010/main" val="222749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A1545E56-E5AB-4B4E-BEF3-7BD6D445B33E}" type="slidenum">
              <a:rPr lang="en-US" altLang="en-US"/>
              <a:pPr/>
              <a:t>‹#›</a:t>
            </a:fld>
            <a:endParaRPr lang="en-US" altLang="en-US"/>
          </a:p>
        </p:txBody>
      </p:sp>
    </p:spTree>
    <p:extLst>
      <p:ext uri="{BB962C8B-B14F-4D97-AF65-F5344CB8AC3E}">
        <p14:creationId xmlns:p14="http://schemas.microsoft.com/office/powerpoint/2010/main" val="3779816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6F6C1FBD-808D-4108-A8A1-B42F5F19EE3C}" type="slidenum">
              <a:rPr lang="en-US" altLang="en-US"/>
              <a:pPr/>
              <a:t>‹#›</a:t>
            </a:fld>
            <a:endParaRPr lang="en-US" altLang="en-US"/>
          </a:p>
        </p:txBody>
      </p:sp>
    </p:spTree>
    <p:extLst>
      <p:ext uri="{BB962C8B-B14F-4D97-AF65-F5344CB8AC3E}">
        <p14:creationId xmlns:p14="http://schemas.microsoft.com/office/powerpoint/2010/main" val="2720022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43DCE8FD-C2C6-4C5E-80AB-980130A1ECB1}" type="slidenum">
              <a:rPr lang="en-US" altLang="en-US"/>
              <a:pPr/>
              <a:t>‹#›</a:t>
            </a:fld>
            <a:endParaRPr lang="en-US" altLang="en-US"/>
          </a:p>
        </p:txBody>
      </p:sp>
    </p:spTree>
    <p:extLst>
      <p:ext uri="{BB962C8B-B14F-4D97-AF65-F5344CB8AC3E}">
        <p14:creationId xmlns:p14="http://schemas.microsoft.com/office/powerpoint/2010/main" val="3739024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698D58D4-4586-4F6B-82C2-F6808B99A25D}" type="slidenum">
              <a:rPr lang="en-US" altLang="en-US"/>
              <a:pPr/>
              <a:t>‹#›</a:t>
            </a:fld>
            <a:endParaRPr lang="en-US" altLang="en-US"/>
          </a:p>
        </p:txBody>
      </p:sp>
    </p:spTree>
    <p:extLst>
      <p:ext uri="{BB962C8B-B14F-4D97-AF65-F5344CB8AC3E}">
        <p14:creationId xmlns:p14="http://schemas.microsoft.com/office/powerpoint/2010/main" val="4219265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142EF36B-0E1E-45C5-8418-957682DD52E1}" type="slidenum">
              <a:rPr lang="en-US" altLang="en-US"/>
              <a:pPr/>
              <a:t>‹#›</a:t>
            </a:fld>
            <a:endParaRPr lang="en-US" altLang="en-US"/>
          </a:p>
        </p:txBody>
      </p:sp>
    </p:spTree>
    <p:extLst>
      <p:ext uri="{BB962C8B-B14F-4D97-AF65-F5344CB8AC3E}">
        <p14:creationId xmlns:p14="http://schemas.microsoft.com/office/powerpoint/2010/main" val="1553458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A6B53B76-1AA2-4D81-A448-6D2FC8F29003}" type="slidenum">
              <a:rPr lang="en-US" altLang="en-US"/>
              <a:pPr/>
              <a:t>‹#›</a:t>
            </a:fld>
            <a:endParaRPr lang="en-US" altLang="en-US"/>
          </a:p>
        </p:txBody>
      </p:sp>
    </p:spTree>
    <p:extLst>
      <p:ext uri="{BB962C8B-B14F-4D97-AF65-F5344CB8AC3E}">
        <p14:creationId xmlns:p14="http://schemas.microsoft.com/office/powerpoint/2010/main" val="646207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04A73591-57FE-4D18-94BF-DD7A1F9AAE26}" type="slidenum">
              <a:rPr lang="en-US" altLang="en-US"/>
              <a:pPr/>
              <a:t>‹#›</a:t>
            </a:fld>
            <a:endParaRPr lang="en-US" altLang="en-US"/>
          </a:p>
        </p:txBody>
      </p:sp>
    </p:spTree>
    <p:extLst>
      <p:ext uri="{BB962C8B-B14F-4D97-AF65-F5344CB8AC3E}">
        <p14:creationId xmlns:p14="http://schemas.microsoft.com/office/powerpoint/2010/main" val="294058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C30406E-B900-4CFC-8A07-56747D7C3DD6}" type="slidenum">
              <a:rPr lang="en-US" altLang="en-US"/>
              <a:pPr/>
              <a:t>‹#›</a:t>
            </a:fld>
            <a:endParaRPr lang="en-US" altLang="en-US"/>
          </a:p>
        </p:txBody>
      </p:sp>
    </p:spTree>
    <p:extLst>
      <p:ext uri="{BB962C8B-B14F-4D97-AF65-F5344CB8AC3E}">
        <p14:creationId xmlns:p14="http://schemas.microsoft.com/office/powerpoint/2010/main" val="3874234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4AFFFA6-DB01-4E0D-A805-E57EA62948B8}" type="slidenum">
              <a:rPr lang="en-US" altLang="en-US"/>
              <a:pPr/>
              <a:t>‹#›</a:t>
            </a:fld>
            <a:endParaRPr lang="en-US" altLang="en-US"/>
          </a:p>
        </p:txBody>
      </p:sp>
    </p:spTree>
    <p:extLst>
      <p:ext uri="{BB962C8B-B14F-4D97-AF65-F5344CB8AC3E}">
        <p14:creationId xmlns:p14="http://schemas.microsoft.com/office/powerpoint/2010/main" val="2309689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24DAE3E7-D586-48F5-B9AD-AB7C542D92BD}" type="slidenum">
              <a:rPr lang="en-US" altLang="en-US"/>
              <a:pPr/>
              <a:t>‹#›</a:t>
            </a:fld>
            <a:endParaRPr lang="en-US" altLang="en-US"/>
          </a:p>
        </p:txBody>
      </p:sp>
    </p:spTree>
    <p:extLst>
      <p:ext uri="{BB962C8B-B14F-4D97-AF65-F5344CB8AC3E}">
        <p14:creationId xmlns:p14="http://schemas.microsoft.com/office/powerpoint/2010/main" val="5066575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2084388" y="296863"/>
            <a:ext cx="6823075" cy="5353050"/>
            <a:chOff x="1313" y="187"/>
            <a:chExt cx="4298" cy="3372"/>
          </a:xfrm>
        </p:grpSpPr>
        <p:grpSp>
          <p:nvGrpSpPr>
            <p:cNvPr id="5" name="Group 3"/>
            <p:cNvGrpSpPr>
              <a:grpSpLocks/>
            </p:cNvGrpSpPr>
            <p:nvPr/>
          </p:nvGrpSpPr>
          <p:grpSpPr bwMode="auto">
            <a:xfrm>
              <a:off x="2194" y="601"/>
              <a:ext cx="596" cy="447"/>
              <a:chOff x="0" y="0"/>
              <a:chExt cx="768" cy="576"/>
            </a:xfrm>
          </p:grpSpPr>
          <p:sp>
            <p:nvSpPr>
              <p:cNvPr id="135" name="Oval 4"/>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136" name="Oval 5"/>
              <p:cNvSpPr>
                <a:spLocks noChangeArrowheads="1"/>
              </p:cNvSpPr>
              <p:nvPr/>
            </p:nvSpPr>
            <p:spPr bwMode="hidden">
              <a:xfrm>
                <a:off x="276" y="253"/>
                <a:ext cx="187" cy="107"/>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6" name="Group 6"/>
            <p:cNvGrpSpPr>
              <a:grpSpLocks/>
            </p:cNvGrpSpPr>
            <p:nvPr/>
          </p:nvGrpSpPr>
          <p:grpSpPr bwMode="auto">
            <a:xfrm>
              <a:off x="1312" y="186"/>
              <a:ext cx="4299" cy="3371"/>
              <a:chOff x="0" y="2"/>
              <a:chExt cx="5533" cy="4339"/>
            </a:xfrm>
          </p:grpSpPr>
          <p:grpSp>
            <p:nvGrpSpPr>
              <p:cNvPr id="22" name="Group 7"/>
              <p:cNvGrpSpPr>
                <a:grpSpLocks/>
              </p:cNvGrpSpPr>
              <p:nvPr/>
            </p:nvGrpSpPr>
            <p:grpSpPr bwMode="auto">
              <a:xfrm>
                <a:off x="0" y="2"/>
                <a:ext cx="5470" cy="4339"/>
                <a:chOff x="0" y="2"/>
                <a:chExt cx="5470" cy="4339"/>
              </a:xfrm>
            </p:grpSpPr>
            <p:grpSp>
              <p:nvGrpSpPr>
                <p:cNvPr id="33" name="Group 8"/>
                <p:cNvGrpSpPr>
                  <a:grpSpLocks/>
                </p:cNvGrpSpPr>
                <p:nvPr/>
              </p:nvGrpSpPr>
              <p:grpSpPr bwMode="auto">
                <a:xfrm>
                  <a:off x="1339" y="788"/>
                  <a:ext cx="2919" cy="2149"/>
                  <a:chOff x="1265" y="816"/>
                  <a:chExt cx="2919" cy="2149"/>
                </a:xfrm>
              </p:grpSpPr>
              <p:sp>
                <p:nvSpPr>
                  <p:cNvPr id="133" name="Oval 9"/>
                  <p:cNvSpPr>
                    <a:spLocks noChangeArrowheads="1"/>
                  </p:cNvSpPr>
                  <p:nvPr/>
                </p:nvSpPr>
                <p:spPr bwMode="hidden">
                  <a:xfrm>
                    <a:off x="1265" y="816"/>
                    <a:ext cx="2919" cy="2148"/>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134" name="Oval 10"/>
                  <p:cNvSpPr>
                    <a:spLocks noChangeArrowheads="1"/>
                  </p:cNvSpPr>
                  <p:nvPr/>
                </p:nvSpPr>
                <p:spPr bwMode="hidden">
                  <a:xfrm>
                    <a:off x="2379" y="1602"/>
                    <a:ext cx="578" cy="405"/>
                  </a:xfrm>
                  <a:prstGeom prst="ellipse">
                    <a:avLst/>
                  </a:prstGeom>
                  <a:gradFill rotWithShape="0">
                    <a:gsLst>
                      <a:gs pos="0">
                        <a:schemeClr val="accent2"/>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4" name="Group 11"/>
                <p:cNvGrpSpPr>
                  <a:grpSpLocks/>
                </p:cNvGrpSpPr>
                <p:nvPr/>
              </p:nvGrpSpPr>
              <p:grpSpPr bwMode="auto">
                <a:xfrm>
                  <a:off x="0" y="2"/>
                  <a:ext cx="5470" cy="4339"/>
                  <a:chOff x="0" y="2"/>
                  <a:chExt cx="5470" cy="4339"/>
                </a:xfrm>
              </p:grpSpPr>
              <p:grpSp>
                <p:nvGrpSpPr>
                  <p:cNvPr id="35" name="Group 12"/>
                  <p:cNvGrpSpPr>
                    <a:grpSpLocks/>
                  </p:cNvGrpSpPr>
                  <p:nvPr/>
                </p:nvGrpSpPr>
                <p:grpSpPr bwMode="auto">
                  <a:xfrm>
                    <a:off x="3544" y="1504"/>
                    <a:ext cx="1259" cy="2324"/>
                    <a:chOff x="3470" y="1532"/>
                    <a:chExt cx="1259" cy="2324"/>
                  </a:xfrm>
                </p:grpSpPr>
                <p:sp>
                  <p:nvSpPr>
                    <p:cNvPr id="131" name="Freeform 13"/>
                    <p:cNvSpPr>
                      <a:spLocks/>
                    </p:cNvSpPr>
                    <p:nvPr/>
                  </p:nvSpPr>
                  <p:spPr bwMode="hidden">
                    <a:xfrm rot="2711884">
                      <a:off x="2764" y="2238"/>
                      <a:ext cx="1725"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132" name="Freeform 14"/>
                    <p:cNvSpPr>
                      <a:spLocks/>
                    </p:cNvSpPr>
                    <p:nvPr/>
                  </p:nvSpPr>
                  <p:spPr bwMode="hidden">
                    <a:xfrm rot="2711884">
                      <a:off x="4022" y="3148"/>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6" name="Group 15"/>
                  <p:cNvGrpSpPr>
                    <a:grpSpLocks/>
                  </p:cNvGrpSpPr>
                  <p:nvPr/>
                </p:nvGrpSpPr>
                <p:grpSpPr bwMode="auto">
                  <a:xfrm>
                    <a:off x="2938" y="1991"/>
                    <a:ext cx="2462" cy="1332"/>
                    <a:chOff x="2864" y="2019"/>
                    <a:chExt cx="2462" cy="1332"/>
                  </a:xfrm>
                </p:grpSpPr>
                <p:sp>
                  <p:nvSpPr>
                    <p:cNvPr id="129" name="Freeform 16"/>
                    <p:cNvSpPr>
                      <a:spLocks/>
                    </p:cNvSpPr>
                    <p:nvPr/>
                  </p:nvSpPr>
                  <p:spPr bwMode="hidden">
                    <a:xfrm rot="2104081">
                      <a:off x="2864" y="2019"/>
                      <a:ext cx="1813" cy="3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30" name="Freeform 17"/>
                    <p:cNvSpPr>
                      <a:spLocks/>
                    </p:cNvSpPr>
                    <p:nvPr/>
                  </p:nvSpPr>
                  <p:spPr bwMode="hidden">
                    <a:xfrm rot="2104081">
                      <a:off x="4352" y="2806"/>
                      <a:ext cx="974" cy="54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7" name="Group 18"/>
                  <p:cNvGrpSpPr>
                    <a:grpSpLocks/>
                  </p:cNvGrpSpPr>
                  <p:nvPr/>
                </p:nvGrpSpPr>
                <p:grpSpPr bwMode="auto">
                  <a:xfrm>
                    <a:off x="2970" y="1803"/>
                    <a:ext cx="2478" cy="1065"/>
                    <a:chOff x="2896" y="1831"/>
                    <a:chExt cx="2478" cy="1065"/>
                  </a:xfrm>
                </p:grpSpPr>
                <p:sp>
                  <p:nvSpPr>
                    <p:cNvPr id="127" name="Freeform 19"/>
                    <p:cNvSpPr>
                      <a:spLocks/>
                    </p:cNvSpPr>
                    <p:nvPr/>
                  </p:nvSpPr>
                  <p:spPr bwMode="hidden">
                    <a:xfrm rot="1582915">
                      <a:off x="2896" y="1831"/>
                      <a:ext cx="1736" cy="30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8" name="Freeform 20"/>
                    <p:cNvSpPr>
                      <a:spLocks/>
                    </p:cNvSpPr>
                    <p:nvPr/>
                  </p:nvSpPr>
                  <p:spPr bwMode="hidden">
                    <a:xfrm rot="1582915">
                      <a:off x="4442" y="2420"/>
                      <a:ext cx="932" cy="47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8" name="Group 21"/>
                  <p:cNvGrpSpPr>
                    <a:grpSpLocks/>
                  </p:cNvGrpSpPr>
                  <p:nvPr/>
                </p:nvGrpSpPr>
                <p:grpSpPr bwMode="auto">
                  <a:xfrm>
                    <a:off x="2998" y="1608"/>
                    <a:ext cx="2472" cy="927"/>
                    <a:chOff x="2924" y="1636"/>
                    <a:chExt cx="2472" cy="927"/>
                  </a:xfrm>
                </p:grpSpPr>
                <p:sp>
                  <p:nvSpPr>
                    <p:cNvPr id="125" name="Freeform 22"/>
                    <p:cNvSpPr>
                      <a:spLocks/>
                    </p:cNvSpPr>
                    <p:nvPr/>
                  </p:nvSpPr>
                  <p:spPr bwMode="hidden">
                    <a:xfrm rot="1080363">
                      <a:off x="2924" y="1636"/>
                      <a:ext cx="1677" cy="33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6" name="Freeform 23"/>
                    <p:cNvSpPr>
                      <a:spLocks/>
                    </p:cNvSpPr>
                    <p:nvPr/>
                  </p:nvSpPr>
                  <p:spPr bwMode="hidden">
                    <a:xfrm rot="1080363">
                      <a:off x="4495" y="2037"/>
                      <a:ext cx="901" cy="52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9" name="Group 24"/>
                  <p:cNvGrpSpPr>
                    <a:grpSpLocks/>
                  </p:cNvGrpSpPr>
                  <p:nvPr/>
                </p:nvGrpSpPr>
                <p:grpSpPr bwMode="auto">
                  <a:xfrm>
                    <a:off x="3032" y="1386"/>
                    <a:ext cx="2341" cy="657"/>
                    <a:chOff x="2958" y="1414"/>
                    <a:chExt cx="2341" cy="657"/>
                  </a:xfrm>
                </p:grpSpPr>
                <p:sp>
                  <p:nvSpPr>
                    <p:cNvPr id="123" name="Freeform 25"/>
                    <p:cNvSpPr>
                      <a:spLocks/>
                    </p:cNvSpPr>
                    <p:nvPr/>
                  </p:nvSpPr>
                  <p:spPr bwMode="hidden">
                    <a:xfrm rot="463793">
                      <a:off x="2958" y="1414"/>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4" name="Freeform 26"/>
                    <p:cNvSpPr>
                      <a:spLocks/>
                    </p:cNvSpPr>
                    <p:nvPr/>
                  </p:nvSpPr>
                  <p:spPr bwMode="hidden">
                    <a:xfrm rot="463793">
                      <a:off x="4469" y="1582"/>
                      <a:ext cx="830"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0" name="Group 27"/>
                  <p:cNvGrpSpPr>
                    <a:grpSpLocks/>
                  </p:cNvGrpSpPr>
                  <p:nvPr/>
                </p:nvGrpSpPr>
                <p:grpSpPr bwMode="auto">
                  <a:xfrm>
                    <a:off x="3057" y="1241"/>
                    <a:ext cx="2150" cy="342"/>
                    <a:chOff x="2983" y="1269"/>
                    <a:chExt cx="2150" cy="342"/>
                  </a:xfrm>
                </p:grpSpPr>
                <p:sp>
                  <p:nvSpPr>
                    <p:cNvPr id="121" name="Freeform 28"/>
                    <p:cNvSpPr>
                      <a:spLocks/>
                    </p:cNvSpPr>
                    <p:nvPr/>
                  </p:nvSpPr>
                  <p:spPr bwMode="hidden">
                    <a:xfrm rot="-84182">
                      <a:off x="2983" y="1289"/>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2" name="Freeform 29"/>
                    <p:cNvSpPr>
                      <a:spLocks/>
                    </p:cNvSpPr>
                    <p:nvPr/>
                  </p:nvSpPr>
                  <p:spPr bwMode="hidden">
                    <a:xfrm rot="-84182">
                      <a:off x="4379" y="1270"/>
                      <a:ext cx="754" cy="34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1" name="Group 30"/>
                  <p:cNvGrpSpPr>
                    <a:grpSpLocks/>
                  </p:cNvGrpSpPr>
                  <p:nvPr/>
                </p:nvGrpSpPr>
                <p:grpSpPr bwMode="auto">
                  <a:xfrm>
                    <a:off x="3012" y="891"/>
                    <a:ext cx="1879" cy="424"/>
                    <a:chOff x="2938" y="919"/>
                    <a:chExt cx="1879" cy="424"/>
                  </a:xfrm>
                </p:grpSpPr>
                <p:sp>
                  <p:nvSpPr>
                    <p:cNvPr id="119" name="Freeform 31"/>
                    <p:cNvSpPr>
                      <a:spLocks/>
                    </p:cNvSpPr>
                    <p:nvPr/>
                  </p:nvSpPr>
                  <p:spPr bwMode="hidden">
                    <a:xfrm rot="-802576">
                      <a:off x="2938" y="1128"/>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0" name="Freeform 32"/>
                    <p:cNvSpPr>
                      <a:spLocks/>
                    </p:cNvSpPr>
                    <p:nvPr/>
                  </p:nvSpPr>
                  <p:spPr bwMode="hidden">
                    <a:xfrm rot="-802576">
                      <a:off x="4155" y="919"/>
                      <a:ext cx="662" cy="33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2" name="Group 33"/>
                  <p:cNvGrpSpPr>
                    <a:grpSpLocks/>
                  </p:cNvGrpSpPr>
                  <p:nvPr/>
                </p:nvGrpSpPr>
                <p:grpSpPr bwMode="auto">
                  <a:xfrm>
                    <a:off x="711" y="1625"/>
                    <a:ext cx="1257" cy="2326"/>
                    <a:chOff x="637" y="1653"/>
                    <a:chExt cx="1257" cy="2326"/>
                  </a:xfrm>
                </p:grpSpPr>
                <p:sp>
                  <p:nvSpPr>
                    <p:cNvPr id="117" name="Freeform 34"/>
                    <p:cNvSpPr>
                      <a:spLocks/>
                    </p:cNvSpPr>
                    <p:nvPr/>
                  </p:nvSpPr>
                  <p:spPr bwMode="hidden">
                    <a:xfrm rot="18888116" flipH="1">
                      <a:off x="876" y="2358"/>
                      <a:ext cx="172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8" name="Freeform 35"/>
                    <p:cNvSpPr>
                      <a:spLocks/>
                    </p:cNvSpPr>
                    <p:nvPr/>
                  </p:nvSpPr>
                  <p:spPr bwMode="hidden">
                    <a:xfrm rot="18888116" flipH="1">
                      <a:off x="419" y="3271"/>
                      <a:ext cx="925"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3" name="Group 36"/>
                  <p:cNvGrpSpPr>
                    <a:grpSpLocks/>
                  </p:cNvGrpSpPr>
                  <p:nvPr/>
                </p:nvGrpSpPr>
                <p:grpSpPr bwMode="auto">
                  <a:xfrm>
                    <a:off x="69" y="2168"/>
                    <a:ext cx="2461" cy="1334"/>
                    <a:chOff x="-5" y="2196"/>
                    <a:chExt cx="2461" cy="1334"/>
                  </a:xfrm>
                </p:grpSpPr>
                <p:sp>
                  <p:nvSpPr>
                    <p:cNvPr id="115" name="Freeform 37"/>
                    <p:cNvSpPr>
                      <a:spLocks/>
                    </p:cNvSpPr>
                    <p:nvPr/>
                  </p:nvSpPr>
                  <p:spPr bwMode="hidden">
                    <a:xfrm rot="19495919" flipH="1">
                      <a:off x="644" y="2196"/>
                      <a:ext cx="1812" cy="348"/>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6" name="Freeform 38"/>
                    <p:cNvSpPr>
                      <a:spLocks/>
                    </p:cNvSpPr>
                    <p:nvPr/>
                  </p:nvSpPr>
                  <p:spPr bwMode="hidden">
                    <a:xfrm rot="19495919" flipH="1">
                      <a:off x="-5" y="2984"/>
                      <a:ext cx="973" cy="54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4" name="Group 39"/>
                  <p:cNvGrpSpPr>
                    <a:grpSpLocks/>
                  </p:cNvGrpSpPr>
                  <p:nvPr/>
                </p:nvGrpSpPr>
                <p:grpSpPr bwMode="auto">
                  <a:xfrm>
                    <a:off x="22" y="1981"/>
                    <a:ext cx="2477" cy="1063"/>
                    <a:chOff x="-52" y="2009"/>
                    <a:chExt cx="2477" cy="1063"/>
                  </a:xfrm>
                </p:grpSpPr>
                <p:sp>
                  <p:nvSpPr>
                    <p:cNvPr id="113" name="Freeform 40"/>
                    <p:cNvSpPr>
                      <a:spLocks/>
                    </p:cNvSpPr>
                    <p:nvPr/>
                  </p:nvSpPr>
                  <p:spPr bwMode="hidden">
                    <a:xfrm rot="20017085" flipH="1">
                      <a:off x="689" y="2008"/>
                      <a:ext cx="1736" cy="30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4" name="Freeform 41"/>
                    <p:cNvSpPr>
                      <a:spLocks/>
                    </p:cNvSpPr>
                    <p:nvPr/>
                  </p:nvSpPr>
                  <p:spPr bwMode="hidden">
                    <a:xfrm rot="20017085" flipH="1">
                      <a:off x="-52" y="2595"/>
                      <a:ext cx="932" cy="47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5" name="Group 42"/>
                  <p:cNvGrpSpPr>
                    <a:grpSpLocks/>
                  </p:cNvGrpSpPr>
                  <p:nvPr/>
                </p:nvGrpSpPr>
                <p:grpSpPr bwMode="auto">
                  <a:xfrm>
                    <a:off x="0" y="1785"/>
                    <a:ext cx="2472" cy="928"/>
                    <a:chOff x="-74" y="1813"/>
                    <a:chExt cx="2472" cy="928"/>
                  </a:xfrm>
                </p:grpSpPr>
                <p:sp>
                  <p:nvSpPr>
                    <p:cNvPr id="111" name="Freeform 43"/>
                    <p:cNvSpPr>
                      <a:spLocks/>
                    </p:cNvSpPr>
                    <p:nvPr/>
                  </p:nvSpPr>
                  <p:spPr bwMode="hidden">
                    <a:xfrm rot="20519637" flipH="1">
                      <a:off x="721" y="1813"/>
                      <a:ext cx="1677" cy="33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2" name="Freeform 44"/>
                    <p:cNvSpPr>
                      <a:spLocks/>
                    </p:cNvSpPr>
                    <p:nvPr/>
                  </p:nvSpPr>
                  <p:spPr bwMode="hidden">
                    <a:xfrm rot="20519637" flipH="1">
                      <a:off x="-74" y="2214"/>
                      <a:ext cx="901" cy="52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6" name="Group 45"/>
                  <p:cNvGrpSpPr>
                    <a:grpSpLocks/>
                  </p:cNvGrpSpPr>
                  <p:nvPr/>
                </p:nvGrpSpPr>
                <p:grpSpPr bwMode="auto">
                  <a:xfrm>
                    <a:off x="97" y="1563"/>
                    <a:ext cx="2339" cy="656"/>
                    <a:chOff x="23" y="1591"/>
                    <a:chExt cx="2339" cy="656"/>
                  </a:xfrm>
                </p:grpSpPr>
                <p:sp>
                  <p:nvSpPr>
                    <p:cNvPr id="109" name="Freeform 46"/>
                    <p:cNvSpPr>
                      <a:spLocks/>
                    </p:cNvSpPr>
                    <p:nvPr/>
                  </p:nvSpPr>
                  <p:spPr bwMode="hidden">
                    <a:xfrm rot="21136207" flipH="1">
                      <a:off x="818" y="1591"/>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0" name="Freeform 47"/>
                    <p:cNvSpPr>
                      <a:spLocks/>
                    </p:cNvSpPr>
                    <p:nvPr/>
                  </p:nvSpPr>
                  <p:spPr bwMode="hidden">
                    <a:xfrm rot="21136207" flipH="1">
                      <a:off x="23" y="1759"/>
                      <a:ext cx="830" cy="4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7" name="Group 48"/>
                  <p:cNvGrpSpPr>
                    <a:grpSpLocks/>
                  </p:cNvGrpSpPr>
                  <p:nvPr/>
                </p:nvGrpSpPr>
                <p:grpSpPr bwMode="auto">
                  <a:xfrm>
                    <a:off x="263" y="1417"/>
                    <a:ext cx="2150" cy="344"/>
                    <a:chOff x="189" y="1445"/>
                    <a:chExt cx="2150" cy="344"/>
                  </a:xfrm>
                </p:grpSpPr>
                <p:sp>
                  <p:nvSpPr>
                    <p:cNvPr id="107" name="Freeform 49"/>
                    <p:cNvSpPr>
                      <a:spLocks/>
                    </p:cNvSpPr>
                    <p:nvPr/>
                  </p:nvSpPr>
                  <p:spPr bwMode="hidden">
                    <a:xfrm rot="84182" flipH="1">
                      <a:off x="935" y="1465"/>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8" name="Freeform 50"/>
                    <p:cNvSpPr>
                      <a:spLocks/>
                    </p:cNvSpPr>
                    <p:nvPr/>
                  </p:nvSpPr>
                  <p:spPr bwMode="hidden">
                    <a:xfrm rot="84182" flipH="1">
                      <a:off x="189" y="1445"/>
                      <a:ext cx="754" cy="3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8" name="Group 51"/>
                  <p:cNvGrpSpPr>
                    <a:grpSpLocks/>
                  </p:cNvGrpSpPr>
                  <p:nvPr/>
                </p:nvGrpSpPr>
                <p:grpSpPr bwMode="auto">
                  <a:xfrm>
                    <a:off x="579" y="1066"/>
                    <a:ext cx="1879" cy="427"/>
                    <a:chOff x="505" y="1094"/>
                    <a:chExt cx="1879" cy="427"/>
                  </a:xfrm>
                </p:grpSpPr>
                <p:sp>
                  <p:nvSpPr>
                    <p:cNvPr id="105" name="Freeform 52"/>
                    <p:cNvSpPr>
                      <a:spLocks/>
                    </p:cNvSpPr>
                    <p:nvPr/>
                  </p:nvSpPr>
                  <p:spPr bwMode="hidden">
                    <a:xfrm rot="802576" flipH="1">
                      <a:off x="1151" y="1306"/>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6" name="Freeform 53"/>
                    <p:cNvSpPr>
                      <a:spLocks/>
                    </p:cNvSpPr>
                    <p:nvPr/>
                  </p:nvSpPr>
                  <p:spPr bwMode="hidden">
                    <a:xfrm rot="802576" flipH="1">
                      <a:off x="505" y="1094"/>
                      <a:ext cx="662" cy="34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49" name="Group 54"/>
                  <p:cNvGrpSpPr>
                    <a:grpSpLocks/>
                  </p:cNvGrpSpPr>
                  <p:nvPr/>
                </p:nvGrpSpPr>
                <p:grpSpPr bwMode="auto">
                  <a:xfrm>
                    <a:off x="690" y="873"/>
                    <a:ext cx="1849" cy="552"/>
                    <a:chOff x="616" y="901"/>
                    <a:chExt cx="1849" cy="552"/>
                  </a:xfrm>
                </p:grpSpPr>
                <p:sp>
                  <p:nvSpPr>
                    <p:cNvPr id="103" name="Freeform 55"/>
                    <p:cNvSpPr>
                      <a:spLocks/>
                    </p:cNvSpPr>
                    <p:nvPr/>
                  </p:nvSpPr>
                  <p:spPr bwMode="hidden">
                    <a:xfrm rot="1277471" flipH="1">
                      <a:off x="1232" y="1239"/>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4" name="Freeform 56"/>
                    <p:cNvSpPr>
                      <a:spLocks/>
                    </p:cNvSpPr>
                    <p:nvPr/>
                  </p:nvSpPr>
                  <p:spPr bwMode="hidden">
                    <a:xfrm rot="1277471" flipH="1">
                      <a:off x="616" y="901"/>
                      <a:ext cx="662" cy="33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0" name="Group 57"/>
                  <p:cNvGrpSpPr>
                    <a:grpSpLocks/>
                  </p:cNvGrpSpPr>
                  <p:nvPr/>
                </p:nvGrpSpPr>
                <p:grpSpPr bwMode="auto">
                  <a:xfrm>
                    <a:off x="911" y="589"/>
                    <a:ext cx="1767" cy="743"/>
                    <a:chOff x="911" y="589"/>
                    <a:chExt cx="1767" cy="743"/>
                  </a:xfrm>
                </p:grpSpPr>
                <p:sp>
                  <p:nvSpPr>
                    <p:cNvPr id="101" name="Freeform 58"/>
                    <p:cNvSpPr>
                      <a:spLocks/>
                    </p:cNvSpPr>
                    <p:nvPr/>
                  </p:nvSpPr>
                  <p:spPr bwMode="hidden">
                    <a:xfrm rot="2028410" flipH="1">
                      <a:off x="1445" y="1117"/>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2" name="Freeform 59"/>
                    <p:cNvSpPr>
                      <a:spLocks/>
                    </p:cNvSpPr>
                    <p:nvPr/>
                  </p:nvSpPr>
                  <p:spPr bwMode="hidden">
                    <a:xfrm rot="2028410" flipH="1">
                      <a:off x="911" y="589"/>
                      <a:ext cx="662"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1" name="Group 60"/>
                  <p:cNvGrpSpPr>
                    <a:grpSpLocks/>
                  </p:cNvGrpSpPr>
                  <p:nvPr/>
                </p:nvGrpSpPr>
                <p:grpSpPr bwMode="auto">
                  <a:xfrm>
                    <a:off x="1120" y="300"/>
                    <a:ext cx="1693" cy="892"/>
                    <a:chOff x="1120" y="300"/>
                    <a:chExt cx="1693" cy="892"/>
                  </a:xfrm>
                </p:grpSpPr>
                <p:sp>
                  <p:nvSpPr>
                    <p:cNvPr id="99" name="Freeform 61"/>
                    <p:cNvSpPr>
                      <a:spLocks/>
                    </p:cNvSpPr>
                    <p:nvPr/>
                  </p:nvSpPr>
                  <p:spPr bwMode="hidden">
                    <a:xfrm rot="2664424" flipH="1">
                      <a:off x="1562" y="978"/>
                      <a:ext cx="125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0" name="Freeform 62"/>
                    <p:cNvSpPr>
                      <a:spLocks/>
                    </p:cNvSpPr>
                    <p:nvPr/>
                  </p:nvSpPr>
                  <p:spPr bwMode="hidden">
                    <a:xfrm rot="2664424" flipH="1">
                      <a:off x="1120" y="301"/>
                      <a:ext cx="67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2" name="Group 63"/>
                  <p:cNvGrpSpPr>
                    <a:grpSpLocks/>
                  </p:cNvGrpSpPr>
                  <p:nvPr/>
                </p:nvGrpSpPr>
                <p:grpSpPr bwMode="auto">
                  <a:xfrm>
                    <a:off x="1707" y="74"/>
                    <a:ext cx="778" cy="1515"/>
                    <a:chOff x="1633" y="102"/>
                    <a:chExt cx="778" cy="1515"/>
                  </a:xfrm>
                </p:grpSpPr>
                <p:sp>
                  <p:nvSpPr>
                    <p:cNvPr id="97" name="Freeform 64"/>
                    <p:cNvSpPr>
                      <a:spLocks/>
                    </p:cNvSpPr>
                    <p:nvPr/>
                  </p:nvSpPr>
                  <p:spPr bwMode="hidden">
                    <a:xfrm rot="3473776" flipH="1">
                      <a:off x="1754" y="959"/>
                      <a:ext cx="110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8" name="Freeform 65"/>
                    <p:cNvSpPr>
                      <a:spLocks/>
                    </p:cNvSpPr>
                    <p:nvPr/>
                  </p:nvSpPr>
                  <p:spPr bwMode="hidden">
                    <a:xfrm rot="3473776" flipH="1">
                      <a:off x="1506" y="228"/>
                      <a:ext cx="591" cy="33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3" name="Group 66"/>
                  <p:cNvGrpSpPr>
                    <a:grpSpLocks/>
                  </p:cNvGrpSpPr>
                  <p:nvPr/>
                </p:nvGrpSpPr>
                <p:grpSpPr bwMode="auto">
                  <a:xfrm>
                    <a:off x="2009" y="2"/>
                    <a:ext cx="635" cy="1534"/>
                    <a:chOff x="1935" y="30"/>
                    <a:chExt cx="635" cy="1534"/>
                  </a:xfrm>
                </p:grpSpPr>
                <p:sp>
                  <p:nvSpPr>
                    <p:cNvPr id="95" name="Freeform 67"/>
                    <p:cNvSpPr>
                      <a:spLocks/>
                    </p:cNvSpPr>
                    <p:nvPr/>
                  </p:nvSpPr>
                  <p:spPr bwMode="hidden">
                    <a:xfrm rot="4126480" flipH="1">
                      <a:off x="1932" y="927"/>
                      <a:ext cx="106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6" name="Freeform 68"/>
                    <p:cNvSpPr>
                      <a:spLocks/>
                    </p:cNvSpPr>
                    <p:nvPr/>
                  </p:nvSpPr>
                  <p:spPr bwMode="hidden">
                    <a:xfrm rot="4126480" flipH="1">
                      <a:off x="1819" y="147"/>
                      <a:ext cx="570"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4" name="Group 69"/>
                  <p:cNvGrpSpPr>
                    <a:grpSpLocks/>
                  </p:cNvGrpSpPr>
                  <p:nvPr/>
                </p:nvGrpSpPr>
                <p:grpSpPr bwMode="auto">
                  <a:xfrm>
                    <a:off x="2896" y="643"/>
                    <a:ext cx="1846" cy="567"/>
                    <a:chOff x="2822" y="671"/>
                    <a:chExt cx="1846" cy="567"/>
                  </a:xfrm>
                </p:grpSpPr>
                <p:sp>
                  <p:nvSpPr>
                    <p:cNvPr id="93" name="Freeform 70"/>
                    <p:cNvSpPr>
                      <a:spLocks/>
                    </p:cNvSpPr>
                    <p:nvPr/>
                  </p:nvSpPr>
                  <p:spPr bwMode="hidden">
                    <a:xfrm rot="-1325434">
                      <a:off x="2822" y="1024"/>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4" name="Freeform 71"/>
                    <p:cNvSpPr>
                      <a:spLocks/>
                    </p:cNvSpPr>
                    <p:nvPr/>
                  </p:nvSpPr>
                  <p:spPr bwMode="hidden">
                    <a:xfrm rot="-1325434">
                      <a:off x="4005" y="671"/>
                      <a:ext cx="663" cy="34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55" name="Group 72"/>
                  <p:cNvGrpSpPr>
                    <a:grpSpLocks/>
                  </p:cNvGrpSpPr>
                  <p:nvPr/>
                </p:nvGrpSpPr>
                <p:grpSpPr bwMode="auto">
                  <a:xfrm>
                    <a:off x="2757" y="417"/>
                    <a:ext cx="1783" cy="717"/>
                    <a:chOff x="2683" y="445"/>
                    <a:chExt cx="1783" cy="717"/>
                  </a:xfrm>
                </p:grpSpPr>
                <p:sp>
                  <p:nvSpPr>
                    <p:cNvPr id="91" name="Freeform 73"/>
                    <p:cNvSpPr>
                      <a:spLocks/>
                    </p:cNvSpPr>
                    <p:nvPr/>
                  </p:nvSpPr>
                  <p:spPr bwMode="hidden">
                    <a:xfrm rot="-1921064">
                      <a:off x="2683" y="946"/>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2" name="Freeform 74"/>
                    <p:cNvSpPr>
                      <a:spLocks/>
                    </p:cNvSpPr>
                    <p:nvPr/>
                  </p:nvSpPr>
                  <p:spPr bwMode="hidden">
                    <a:xfrm rot="-1921064">
                      <a:off x="3803" y="444"/>
                      <a:ext cx="663"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sp>
                <p:nvSpPr>
                  <p:cNvPr id="56" name="Freeform 75"/>
                  <p:cNvSpPr>
                    <a:spLocks/>
                  </p:cNvSpPr>
                  <p:nvPr/>
                </p:nvSpPr>
                <p:spPr bwMode="hidden">
                  <a:xfrm rot="4578755" flipH="1">
                    <a:off x="2176" y="949"/>
                    <a:ext cx="1026" cy="14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a:noFill/>
                    <a:round/>
                    <a:headEnd/>
                    <a:tailEnd/>
                  </a:ln>
                  <a:effectLst/>
                </p:spPr>
                <p:txBody>
                  <a:bodyPr wrap="none" anchor="ctr"/>
                  <a:lstStyle/>
                  <a:p>
                    <a:pPr>
                      <a:defRPr/>
                    </a:pPr>
                    <a:endParaRPr lang="en-US"/>
                  </a:p>
                </p:txBody>
              </p:sp>
              <p:sp>
                <p:nvSpPr>
                  <p:cNvPr id="57" name="Freeform 76"/>
                  <p:cNvSpPr>
                    <a:spLocks/>
                  </p:cNvSpPr>
                  <p:nvPr/>
                </p:nvSpPr>
                <p:spPr bwMode="hidden">
                  <a:xfrm rot="4578755" flipH="1">
                    <a:off x="2200" y="196"/>
                    <a:ext cx="551" cy="22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nvGrpSpPr>
                  <p:cNvPr id="58" name="Group 77"/>
                  <p:cNvGrpSpPr>
                    <a:grpSpLocks/>
                  </p:cNvGrpSpPr>
                  <p:nvPr/>
                </p:nvGrpSpPr>
                <p:grpSpPr bwMode="auto">
                  <a:xfrm>
                    <a:off x="2874" y="13"/>
                    <a:ext cx="638" cy="1520"/>
                    <a:chOff x="2800" y="41"/>
                    <a:chExt cx="638" cy="1520"/>
                  </a:xfrm>
                </p:grpSpPr>
                <p:sp>
                  <p:nvSpPr>
                    <p:cNvPr id="89" name="Freeform 78"/>
                    <p:cNvSpPr>
                      <a:spLocks/>
                    </p:cNvSpPr>
                    <p:nvPr/>
                  </p:nvSpPr>
                  <p:spPr bwMode="hidden">
                    <a:xfrm rot="-3857755">
                      <a:off x="2362" y="938"/>
                      <a:ext cx="1061" cy="1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0" name="Freeform 79"/>
                    <p:cNvSpPr>
                      <a:spLocks/>
                    </p:cNvSpPr>
                    <p:nvPr/>
                  </p:nvSpPr>
                  <p:spPr bwMode="hidden">
                    <a:xfrm rot="-3857755">
                      <a:off x="3009" y="183"/>
                      <a:ext cx="570" cy="2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59" name="Group 80"/>
                  <p:cNvGrpSpPr>
                    <a:grpSpLocks/>
                  </p:cNvGrpSpPr>
                  <p:nvPr/>
                </p:nvGrpSpPr>
                <p:grpSpPr bwMode="auto">
                  <a:xfrm>
                    <a:off x="3010" y="133"/>
                    <a:ext cx="1015" cy="1464"/>
                    <a:chOff x="2936" y="161"/>
                    <a:chExt cx="1015" cy="1464"/>
                  </a:xfrm>
                </p:grpSpPr>
                <p:sp>
                  <p:nvSpPr>
                    <p:cNvPr id="87" name="Freeform 81"/>
                    <p:cNvSpPr>
                      <a:spLocks/>
                    </p:cNvSpPr>
                    <p:nvPr/>
                  </p:nvSpPr>
                  <p:spPr bwMode="hidden">
                    <a:xfrm rot="-2777260">
                      <a:off x="2494" y="912"/>
                      <a:ext cx="1156" cy="27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8" name="Freeform 82"/>
                    <p:cNvSpPr>
                      <a:spLocks/>
                    </p:cNvSpPr>
                    <p:nvPr/>
                  </p:nvSpPr>
                  <p:spPr bwMode="hidden">
                    <a:xfrm rot="-2777260">
                      <a:off x="3429" y="261"/>
                      <a:ext cx="622" cy="4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60" name="Group 83"/>
                  <p:cNvGrpSpPr>
                    <a:grpSpLocks/>
                  </p:cNvGrpSpPr>
                  <p:nvPr/>
                </p:nvGrpSpPr>
                <p:grpSpPr bwMode="auto">
                  <a:xfrm>
                    <a:off x="2805" y="4"/>
                    <a:ext cx="241" cy="1448"/>
                    <a:chOff x="2731" y="32"/>
                    <a:chExt cx="241" cy="1448"/>
                  </a:xfrm>
                </p:grpSpPr>
                <p:sp>
                  <p:nvSpPr>
                    <p:cNvPr id="85" name="Freeform 84"/>
                    <p:cNvSpPr>
                      <a:spLocks/>
                    </p:cNvSpPr>
                    <p:nvPr/>
                  </p:nvSpPr>
                  <p:spPr bwMode="hidden">
                    <a:xfrm rot="-4903748">
                      <a:off x="2297" y="961"/>
                      <a:ext cx="954" cy="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6" name="Freeform 85"/>
                    <p:cNvSpPr>
                      <a:spLocks/>
                    </p:cNvSpPr>
                    <p:nvPr/>
                  </p:nvSpPr>
                  <p:spPr bwMode="hidden">
                    <a:xfrm rot="-4903748">
                      <a:off x="2649" y="221"/>
                      <a:ext cx="512" cy="1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61" name="Group 86"/>
                  <p:cNvGrpSpPr>
                    <a:grpSpLocks/>
                  </p:cNvGrpSpPr>
                  <p:nvPr/>
                </p:nvGrpSpPr>
                <p:grpSpPr bwMode="auto">
                  <a:xfrm>
                    <a:off x="1017" y="1740"/>
                    <a:ext cx="1083" cy="2450"/>
                    <a:chOff x="943" y="1768"/>
                    <a:chExt cx="1083" cy="2450"/>
                  </a:xfrm>
                </p:grpSpPr>
                <p:sp>
                  <p:nvSpPr>
                    <p:cNvPr id="83" name="Freeform 87"/>
                    <p:cNvSpPr>
                      <a:spLocks/>
                    </p:cNvSpPr>
                    <p:nvPr/>
                  </p:nvSpPr>
                  <p:spPr bwMode="hidden">
                    <a:xfrm rot="18335692" flipH="1">
                      <a:off x="1008" y="2475"/>
                      <a:ext cx="1726" cy="31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4" name="Freeform 88"/>
                    <p:cNvSpPr>
                      <a:spLocks/>
                    </p:cNvSpPr>
                    <p:nvPr/>
                  </p:nvSpPr>
                  <p:spPr bwMode="hidden">
                    <a:xfrm rot="18335692" flipH="1">
                      <a:off x="726" y="3511"/>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2" name="Group 89"/>
                  <p:cNvGrpSpPr>
                    <a:grpSpLocks/>
                  </p:cNvGrpSpPr>
                  <p:nvPr/>
                </p:nvGrpSpPr>
                <p:grpSpPr bwMode="auto">
                  <a:xfrm>
                    <a:off x="1529" y="1908"/>
                    <a:ext cx="765" cy="2372"/>
                    <a:chOff x="1455" y="1936"/>
                    <a:chExt cx="765" cy="2372"/>
                  </a:xfrm>
                </p:grpSpPr>
                <p:sp>
                  <p:nvSpPr>
                    <p:cNvPr id="81" name="Freeform 90"/>
                    <p:cNvSpPr>
                      <a:spLocks/>
                    </p:cNvSpPr>
                    <p:nvPr/>
                  </p:nvSpPr>
                  <p:spPr bwMode="hidden">
                    <a:xfrm rot="17542885" flipH="1">
                      <a:off x="1267" y="2579"/>
                      <a:ext cx="1595" cy="31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2" name="Freeform 91"/>
                    <p:cNvSpPr>
                      <a:spLocks/>
                    </p:cNvSpPr>
                    <p:nvPr/>
                  </p:nvSpPr>
                  <p:spPr bwMode="hidden">
                    <a:xfrm rot="17542885" flipH="1">
                      <a:off x="1272" y="3636"/>
                      <a:ext cx="856"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3" name="Group 92"/>
                  <p:cNvGrpSpPr>
                    <a:grpSpLocks/>
                  </p:cNvGrpSpPr>
                  <p:nvPr/>
                </p:nvGrpSpPr>
                <p:grpSpPr bwMode="auto">
                  <a:xfrm rot="88588">
                    <a:off x="2060" y="1960"/>
                    <a:ext cx="460" cy="2329"/>
                    <a:chOff x="1952" y="1988"/>
                    <a:chExt cx="493" cy="2604"/>
                  </a:xfrm>
                </p:grpSpPr>
                <p:sp>
                  <p:nvSpPr>
                    <p:cNvPr id="79" name="Freeform 93"/>
                    <p:cNvSpPr>
                      <a:spLocks/>
                    </p:cNvSpPr>
                    <p:nvPr/>
                  </p:nvSpPr>
                  <p:spPr bwMode="hidden">
                    <a:xfrm rot="16782062" flipH="1">
                      <a:off x="1437" y="2692"/>
                      <a:ext cx="1713" cy="30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0" name="Freeform 94"/>
                    <p:cNvSpPr>
                      <a:spLocks/>
                    </p:cNvSpPr>
                    <p:nvPr/>
                  </p:nvSpPr>
                  <p:spPr bwMode="hidden">
                    <a:xfrm rot="16782062" flipH="1">
                      <a:off x="1729" y="3896"/>
                      <a:ext cx="918" cy="47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4" name="Group 95"/>
                  <p:cNvGrpSpPr>
                    <a:grpSpLocks/>
                  </p:cNvGrpSpPr>
                  <p:nvPr/>
                </p:nvGrpSpPr>
                <p:grpSpPr bwMode="auto">
                  <a:xfrm>
                    <a:off x="3408" y="1689"/>
                    <a:ext cx="1125" cy="2425"/>
                    <a:chOff x="3334" y="1717"/>
                    <a:chExt cx="1125" cy="2425"/>
                  </a:xfrm>
                </p:grpSpPr>
                <p:sp>
                  <p:nvSpPr>
                    <p:cNvPr id="77" name="Freeform 96"/>
                    <p:cNvSpPr>
                      <a:spLocks/>
                    </p:cNvSpPr>
                    <p:nvPr/>
                  </p:nvSpPr>
                  <p:spPr bwMode="hidden">
                    <a:xfrm rot="3144576">
                      <a:off x="2628" y="2423"/>
                      <a:ext cx="1724" cy="31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8" name="Freeform 97"/>
                    <p:cNvSpPr>
                      <a:spLocks/>
                    </p:cNvSpPr>
                    <p:nvPr/>
                  </p:nvSpPr>
                  <p:spPr bwMode="hidden">
                    <a:xfrm rot="3144576">
                      <a:off x="3752" y="3435"/>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5" name="Group 98"/>
                  <p:cNvGrpSpPr>
                    <a:grpSpLocks/>
                  </p:cNvGrpSpPr>
                  <p:nvPr/>
                </p:nvGrpSpPr>
                <p:grpSpPr bwMode="auto">
                  <a:xfrm>
                    <a:off x="3254" y="1840"/>
                    <a:ext cx="882" cy="2422"/>
                    <a:chOff x="3180" y="1868"/>
                    <a:chExt cx="882" cy="2422"/>
                  </a:xfrm>
                </p:grpSpPr>
                <p:sp>
                  <p:nvSpPr>
                    <p:cNvPr id="75" name="Freeform 99"/>
                    <p:cNvSpPr>
                      <a:spLocks/>
                    </p:cNvSpPr>
                    <p:nvPr/>
                  </p:nvSpPr>
                  <p:spPr bwMode="hidden">
                    <a:xfrm rot="3745735">
                      <a:off x="2505" y="2543"/>
                      <a:ext cx="1649" cy="30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6" name="Freeform 100"/>
                    <p:cNvSpPr>
                      <a:spLocks/>
                    </p:cNvSpPr>
                    <p:nvPr/>
                  </p:nvSpPr>
                  <p:spPr bwMode="hidden">
                    <a:xfrm rot="3745735">
                      <a:off x="3387" y="3615"/>
                      <a:ext cx="883" cy="46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6" name="Group 101"/>
                  <p:cNvGrpSpPr>
                    <a:grpSpLocks/>
                  </p:cNvGrpSpPr>
                  <p:nvPr/>
                </p:nvGrpSpPr>
                <p:grpSpPr bwMode="auto">
                  <a:xfrm>
                    <a:off x="3080" y="1956"/>
                    <a:ext cx="622" cy="2385"/>
                    <a:chOff x="3006" y="1984"/>
                    <a:chExt cx="622" cy="2385"/>
                  </a:xfrm>
                </p:grpSpPr>
                <p:sp>
                  <p:nvSpPr>
                    <p:cNvPr id="73" name="Freeform 102"/>
                    <p:cNvSpPr>
                      <a:spLocks/>
                    </p:cNvSpPr>
                    <p:nvPr/>
                  </p:nvSpPr>
                  <p:spPr bwMode="hidden">
                    <a:xfrm rot="4286818">
                      <a:off x="2329" y="2660"/>
                      <a:ext cx="1599" cy="2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4" name="Freeform 103"/>
                    <p:cNvSpPr>
                      <a:spLocks/>
                    </p:cNvSpPr>
                    <p:nvPr/>
                  </p:nvSpPr>
                  <p:spPr bwMode="hidden">
                    <a:xfrm rot="4286818">
                      <a:off x="3005" y="3747"/>
                      <a:ext cx="859"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67" name="Group 104"/>
                  <p:cNvGrpSpPr>
                    <a:grpSpLocks/>
                  </p:cNvGrpSpPr>
                  <p:nvPr/>
                </p:nvGrpSpPr>
                <p:grpSpPr bwMode="auto">
                  <a:xfrm>
                    <a:off x="2893" y="2071"/>
                    <a:ext cx="404" cy="2221"/>
                    <a:chOff x="2819" y="2099"/>
                    <a:chExt cx="404" cy="2221"/>
                  </a:xfrm>
                </p:grpSpPr>
                <p:sp>
                  <p:nvSpPr>
                    <p:cNvPr id="71" name="Freeform 105"/>
                    <p:cNvSpPr>
                      <a:spLocks/>
                    </p:cNvSpPr>
                    <p:nvPr/>
                  </p:nvSpPr>
                  <p:spPr bwMode="hidden">
                    <a:xfrm rot="4898956">
                      <a:off x="2207" y="2711"/>
                      <a:ext cx="1470" cy="2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2" name="Freeform 106"/>
                    <p:cNvSpPr>
                      <a:spLocks/>
                    </p:cNvSpPr>
                    <p:nvPr/>
                  </p:nvSpPr>
                  <p:spPr bwMode="hidden">
                    <a:xfrm rot="4898956">
                      <a:off x="2636" y="3733"/>
                      <a:ext cx="790" cy="38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68" name="Group 107"/>
                  <p:cNvGrpSpPr>
                    <a:grpSpLocks/>
                  </p:cNvGrpSpPr>
                  <p:nvPr/>
                </p:nvGrpSpPr>
                <p:grpSpPr bwMode="auto">
                  <a:xfrm>
                    <a:off x="2372" y="2107"/>
                    <a:ext cx="429" cy="2184"/>
                    <a:chOff x="2287" y="2135"/>
                    <a:chExt cx="429" cy="2184"/>
                  </a:xfrm>
                </p:grpSpPr>
                <p:sp>
                  <p:nvSpPr>
                    <p:cNvPr id="69" name="Freeform 108"/>
                    <p:cNvSpPr>
                      <a:spLocks/>
                    </p:cNvSpPr>
                    <p:nvPr/>
                  </p:nvSpPr>
                  <p:spPr bwMode="hidden">
                    <a:xfrm rot="5755659">
                      <a:off x="1903" y="2759"/>
                      <a:ext cx="1438" cy="188"/>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w="9525">
                      <a:noFill/>
                      <a:round/>
                      <a:headEnd/>
                      <a:tailEnd/>
                    </a:ln>
                    <a:effectLst/>
                  </p:spPr>
                  <p:txBody>
                    <a:bodyPr wrap="none" anchor="ctr"/>
                    <a:lstStyle/>
                    <a:p>
                      <a:pPr>
                        <a:defRPr/>
                      </a:pPr>
                      <a:endParaRPr lang="en-US"/>
                    </a:p>
                  </p:txBody>
                </p:sp>
                <p:sp>
                  <p:nvSpPr>
                    <p:cNvPr id="70" name="Freeform 109"/>
                    <p:cNvSpPr>
                      <a:spLocks/>
                    </p:cNvSpPr>
                    <p:nvPr/>
                  </p:nvSpPr>
                  <p:spPr bwMode="hidden">
                    <a:xfrm rot="5755659">
                      <a:off x="2050" y="3785"/>
                      <a:ext cx="771" cy="29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grpSp>
          <p:grpSp>
            <p:nvGrpSpPr>
              <p:cNvPr id="23" name="Group 110"/>
              <p:cNvGrpSpPr>
                <a:grpSpLocks/>
              </p:cNvGrpSpPr>
              <p:nvPr/>
            </p:nvGrpSpPr>
            <p:grpSpPr bwMode="auto">
              <a:xfrm>
                <a:off x="73" y="313"/>
                <a:ext cx="5460" cy="3667"/>
                <a:chOff x="73" y="313"/>
                <a:chExt cx="5460" cy="3667"/>
              </a:xfrm>
            </p:grpSpPr>
            <p:grpSp>
              <p:nvGrpSpPr>
                <p:cNvPr id="24" name="Group 111"/>
                <p:cNvGrpSpPr>
                  <a:grpSpLocks/>
                </p:cNvGrpSpPr>
                <p:nvPr/>
              </p:nvGrpSpPr>
              <p:grpSpPr bwMode="auto">
                <a:xfrm>
                  <a:off x="73" y="313"/>
                  <a:ext cx="5460" cy="3667"/>
                  <a:chOff x="73" y="313"/>
                  <a:chExt cx="5460" cy="3667"/>
                </a:xfrm>
              </p:grpSpPr>
              <p:sp>
                <p:nvSpPr>
                  <p:cNvPr id="26" name="Arc 112"/>
                  <p:cNvSpPr>
                    <a:spLocks/>
                  </p:cNvSpPr>
                  <p:nvPr/>
                </p:nvSpPr>
                <p:spPr bwMode="hidden">
                  <a:xfrm flipV="1">
                    <a:off x="2965" y="455"/>
                    <a:ext cx="2568" cy="2048"/>
                  </a:xfrm>
                  <a:custGeom>
                    <a:avLst/>
                    <a:gdLst>
                      <a:gd name="G0" fmla="+- 17826 0 0"/>
                      <a:gd name="G1" fmla="+- 0 0 0"/>
                      <a:gd name="G2" fmla="+- 21600 0 0"/>
                      <a:gd name="T0" fmla="*/ 36729 w 36729"/>
                      <a:gd name="T1" fmla="*/ 10451 h 21600"/>
                      <a:gd name="T2" fmla="*/ 0 w 36729"/>
                      <a:gd name="T3" fmla="*/ 12197 h 21600"/>
                      <a:gd name="T4" fmla="*/ 17826 w 36729"/>
                      <a:gd name="T5" fmla="*/ 0 h 21600"/>
                    </a:gdLst>
                    <a:ahLst/>
                    <a:cxnLst>
                      <a:cxn ang="0">
                        <a:pos x="T0" y="T1"/>
                      </a:cxn>
                      <a:cxn ang="0">
                        <a:pos x="T2" y="T3"/>
                      </a:cxn>
                      <a:cxn ang="0">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close/>
                      </a:path>
                    </a:pathLst>
                  </a:custGeom>
                  <a:noFill/>
                  <a:ln w="9525">
                    <a:solidFill>
                      <a:schemeClr val="accent1"/>
                    </a:solidFill>
                    <a:round/>
                    <a:headEnd/>
                    <a:tailEnd/>
                  </a:ln>
                  <a:effectLst/>
                </p:spPr>
                <p:txBody>
                  <a:bodyPr wrap="none" anchor="ctr"/>
                  <a:lstStyle/>
                  <a:p>
                    <a:pPr>
                      <a:defRPr/>
                    </a:pPr>
                    <a:endParaRPr lang="en-US"/>
                  </a:p>
                </p:txBody>
              </p:sp>
              <p:sp>
                <p:nvSpPr>
                  <p:cNvPr id="27" name="Arc 113"/>
                  <p:cNvSpPr>
                    <a:spLocks/>
                  </p:cNvSpPr>
                  <p:nvPr/>
                </p:nvSpPr>
                <p:spPr bwMode="hidden">
                  <a:xfrm flipH="1">
                    <a:off x="387" y="1602"/>
                    <a:ext cx="2017" cy="2379"/>
                  </a:xfrm>
                  <a:custGeom>
                    <a:avLst/>
                    <a:gdLst>
                      <a:gd name="G0" fmla="+- 8873 0 0"/>
                      <a:gd name="G1" fmla="+- 21600 0 0"/>
                      <a:gd name="G2" fmla="+- 21600 0 0"/>
                      <a:gd name="T0" fmla="*/ 0 w 30473"/>
                      <a:gd name="T1" fmla="*/ 1907 h 22305"/>
                      <a:gd name="T2" fmla="*/ 30462 w 30473"/>
                      <a:gd name="T3" fmla="*/ 22305 h 22305"/>
                      <a:gd name="T4" fmla="*/ 8873 w 30473"/>
                      <a:gd name="T5" fmla="*/ 21600 h 22305"/>
                    </a:gdLst>
                    <a:ahLst/>
                    <a:cxnLst>
                      <a:cxn ang="0">
                        <a:pos x="T0" y="T1"/>
                      </a:cxn>
                      <a:cxn ang="0">
                        <a:pos x="T2" y="T3"/>
                      </a:cxn>
                      <a:cxn ang="0">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close/>
                      </a:path>
                    </a:pathLst>
                  </a:custGeom>
                  <a:noFill/>
                  <a:ln w="9525">
                    <a:solidFill>
                      <a:schemeClr val="folHlink"/>
                    </a:solidFill>
                    <a:round/>
                    <a:headEnd/>
                    <a:tailEnd/>
                  </a:ln>
                  <a:effectLst/>
                </p:spPr>
                <p:txBody>
                  <a:bodyPr wrap="none" anchor="ctr"/>
                  <a:lstStyle/>
                  <a:p>
                    <a:pPr>
                      <a:defRPr/>
                    </a:pPr>
                    <a:endParaRPr lang="en-US"/>
                  </a:p>
                </p:txBody>
              </p:sp>
              <p:sp>
                <p:nvSpPr>
                  <p:cNvPr id="28" name="Arc 114"/>
                  <p:cNvSpPr>
                    <a:spLocks/>
                  </p:cNvSpPr>
                  <p:nvPr/>
                </p:nvSpPr>
                <p:spPr bwMode="hidden">
                  <a:xfrm>
                    <a:off x="3028" y="1181"/>
                    <a:ext cx="1426" cy="2380"/>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29" name="Arc 115"/>
                  <p:cNvSpPr>
                    <a:spLocks/>
                  </p:cNvSpPr>
                  <p:nvPr/>
                </p:nvSpPr>
                <p:spPr bwMode="hidden">
                  <a:xfrm flipH="1">
                    <a:off x="73" y="813"/>
                    <a:ext cx="2541" cy="2380"/>
                  </a:xfrm>
                  <a:custGeom>
                    <a:avLst/>
                    <a:gdLst>
                      <a:gd name="G0" fmla="+- 15230 0 0"/>
                      <a:gd name="G1" fmla="+- 21600 0 0"/>
                      <a:gd name="G2" fmla="+- 21600 0 0"/>
                      <a:gd name="T0" fmla="*/ 0 w 36830"/>
                      <a:gd name="T1" fmla="*/ 6283 h 22305"/>
                      <a:gd name="T2" fmla="*/ 36819 w 36830"/>
                      <a:gd name="T3" fmla="*/ 22305 h 22305"/>
                      <a:gd name="T4" fmla="*/ 15230 w 36830"/>
                      <a:gd name="T5" fmla="*/ 21600 h 22305"/>
                    </a:gdLst>
                    <a:ahLst/>
                    <a:cxnLst>
                      <a:cxn ang="0">
                        <a:pos x="T0" y="T1"/>
                      </a:cxn>
                      <a:cxn ang="0">
                        <a:pos x="T2" y="T3"/>
                      </a:cxn>
                      <a:cxn ang="0">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close/>
                      </a:path>
                    </a:pathLst>
                  </a:custGeom>
                  <a:noFill/>
                  <a:ln w="9525">
                    <a:solidFill>
                      <a:schemeClr val="folHlink"/>
                    </a:solidFill>
                    <a:round/>
                    <a:headEnd/>
                    <a:tailEnd/>
                  </a:ln>
                  <a:effectLst/>
                </p:spPr>
                <p:txBody>
                  <a:bodyPr wrap="none" anchor="ctr"/>
                  <a:lstStyle/>
                  <a:p>
                    <a:pPr>
                      <a:defRPr/>
                    </a:pPr>
                    <a:endParaRPr lang="en-US"/>
                  </a:p>
                </p:txBody>
              </p:sp>
              <p:sp>
                <p:nvSpPr>
                  <p:cNvPr id="30" name="Arc 116"/>
                  <p:cNvSpPr>
                    <a:spLocks/>
                  </p:cNvSpPr>
                  <p:nvPr/>
                </p:nvSpPr>
                <p:spPr bwMode="hidden">
                  <a:xfrm flipH="1">
                    <a:off x="789" y="313"/>
                    <a:ext cx="1851" cy="2305"/>
                  </a:xfrm>
                  <a:custGeom>
                    <a:avLst/>
                    <a:gdLst>
                      <a:gd name="G0" fmla="+- 18231 0 0"/>
                      <a:gd name="G1" fmla="+- 21600 0 0"/>
                      <a:gd name="G2" fmla="+- 21600 0 0"/>
                      <a:gd name="T0" fmla="*/ 0 w 31881"/>
                      <a:gd name="T1" fmla="*/ 10016 h 21600"/>
                      <a:gd name="T2" fmla="*/ 31881 w 31881"/>
                      <a:gd name="T3" fmla="*/ 4860 h 21600"/>
                      <a:gd name="T4" fmla="*/ 18231 w 31881"/>
                      <a:gd name="T5" fmla="*/ 21600 h 21600"/>
                    </a:gdLst>
                    <a:ahLst/>
                    <a:cxnLst>
                      <a:cxn ang="0">
                        <a:pos x="T0" y="T1"/>
                      </a:cxn>
                      <a:cxn ang="0">
                        <a:pos x="T2" y="T3"/>
                      </a:cxn>
                      <a:cxn ang="0">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close/>
                      </a:path>
                    </a:pathLst>
                  </a:custGeom>
                  <a:noFill/>
                  <a:ln w="9525">
                    <a:solidFill>
                      <a:schemeClr val="accent1"/>
                    </a:solidFill>
                    <a:round/>
                    <a:headEnd/>
                    <a:tailEnd/>
                  </a:ln>
                  <a:effectLst/>
                </p:spPr>
                <p:txBody>
                  <a:bodyPr wrap="none" anchor="ctr"/>
                  <a:lstStyle/>
                  <a:p>
                    <a:pPr>
                      <a:defRPr/>
                    </a:pPr>
                    <a:endParaRPr lang="en-US"/>
                  </a:p>
                </p:txBody>
              </p:sp>
              <p:sp>
                <p:nvSpPr>
                  <p:cNvPr id="31" name="Arc 117"/>
                  <p:cNvSpPr>
                    <a:spLocks/>
                  </p:cNvSpPr>
                  <p:nvPr/>
                </p:nvSpPr>
                <p:spPr bwMode="hidden">
                  <a:xfrm>
                    <a:off x="2763" y="1281"/>
                    <a:ext cx="763" cy="2305"/>
                  </a:xfrm>
                  <a:custGeom>
                    <a:avLst/>
                    <a:gdLst>
                      <a:gd name="G0" fmla="+- 13212 0 0"/>
                      <a:gd name="G1" fmla="+- 21600 0 0"/>
                      <a:gd name="G2" fmla="+- 21600 0 0"/>
                      <a:gd name="T0" fmla="*/ 0 w 31146"/>
                      <a:gd name="T1" fmla="*/ 4512 h 21600"/>
                      <a:gd name="T2" fmla="*/ 31146 w 31146"/>
                      <a:gd name="T3" fmla="*/ 9561 h 21600"/>
                      <a:gd name="T4" fmla="*/ 13212 w 31146"/>
                      <a:gd name="T5" fmla="*/ 21600 h 21600"/>
                    </a:gdLst>
                    <a:ahLst/>
                    <a:cxnLst>
                      <a:cxn ang="0">
                        <a:pos x="T0" y="T1"/>
                      </a:cxn>
                      <a:cxn ang="0">
                        <a:pos x="T2" y="T3"/>
                      </a:cxn>
                      <a:cxn ang="0">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close/>
                      </a:path>
                    </a:pathLst>
                  </a:custGeom>
                  <a:noFill/>
                  <a:ln w="9525">
                    <a:solidFill>
                      <a:schemeClr val="accent2"/>
                    </a:solidFill>
                    <a:round/>
                    <a:headEnd/>
                    <a:tailEnd/>
                  </a:ln>
                  <a:effectLst/>
                </p:spPr>
                <p:txBody>
                  <a:bodyPr wrap="none" anchor="ctr"/>
                  <a:lstStyle/>
                  <a:p>
                    <a:pPr>
                      <a:defRPr/>
                    </a:pPr>
                    <a:endParaRPr lang="en-US"/>
                  </a:p>
                </p:txBody>
              </p:sp>
              <p:sp>
                <p:nvSpPr>
                  <p:cNvPr id="32" name="Freeform 118"/>
                  <p:cNvSpPr>
                    <a:spLocks/>
                  </p:cNvSpPr>
                  <p:nvPr/>
                </p:nvSpPr>
                <p:spPr bwMode="hidden">
                  <a:xfrm flipH="1">
                    <a:off x="1799" y="437"/>
                    <a:ext cx="418"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grpSp>
            <p:sp>
              <p:nvSpPr>
                <p:cNvPr id="25" name="Freeform 119"/>
                <p:cNvSpPr>
                  <a:spLocks/>
                </p:cNvSpPr>
                <p:nvPr/>
              </p:nvSpPr>
              <p:spPr bwMode="hidden">
                <a:xfrm rot="20253369">
                  <a:off x="3279" y="1530"/>
                  <a:ext cx="443" cy="83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grpSp>
          <p:nvGrpSpPr>
            <p:cNvPr id="7" name="Group 120"/>
            <p:cNvGrpSpPr>
              <a:grpSpLocks/>
            </p:cNvGrpSpPr>
            <p:nvPr/>
          </p:nvGrpSpPr>
          <p:grpSpPr bwMode="auto">
            <a:xfrm>
              <a:off x="1476" y="456"/>
              <a:ext cx="4040" cy="2966"/>
              <a:chOff x="210" y="337"/>
              <a:chExt cx="5198" cy="3818"/>
            </a:xfrm>
          </p:grpSpPr>
          <p:sp>
            <p:nvSpPr>
              <p:cNvPr id="8" name="Freeform 121"/>
              <p:cNvSpPr>
                <a:spLocks/>
              </p:cNvSpPr>
              <p:nvPr/>
            </p:nvSpPr>
            <p:spPr bwMode="hidden">
              <a:xfrm flipH="1">
                <a:off x="1934" y="2382"/>
                <a:ext cx="485" cy="147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9" name="Arc 122"/>
              <p:cNvSpPr>
                <a:spLocks/>
              </p:cNvSpPr>
              <p:nvPr/>
            </p:nvSpPr>
            <p:spPr bwMode="hidden">
              <a:xfrm flipH="1">
                <a:off x="1054" y="1851"/>
                <a:ext cx="2122" cy="2304"/>
              </a:xfrm>
              <a:custGeom>
                <a:avLst/>
                <a:gdLst>
                  <a:gd name="G0" fmla="+- 0 0 0"/>
                  <a:gd name="G1" fmla="+- 20897 0 0"/>
                  <a:gd name="G2" fmla="+- 21600 0 0"/>
                  <a:gd name="T0" fmla="*/ 5467 w 21600"/>
                  <a:gd name="T1" fmla="*/ 0 h 21602"/>
                  <a:gd name="T2" fmla="*/ 21589 w 21600"/>
                  <a:gd name="T3" fmla="*/ 21602 h 21602"/>
                  <a:gd name="T4" fmla="*/ 0 w 21600"/>
                  <a:gd name="T5" fmla="*/ 20897 h 21602"/>
                </a:gdLst>
                <a:ahLst/>
                <a:cxnLst>
                  <a:cxn ang="0">
                    <a:pos x="T0" y="T1"/>
                  </a:cxn>
                  <a:cxn ang="0">
                    <a:pos x="T2" y="T3"/>
                  </a:cxn>
                  <a:cxn ang="0">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close/>
                  </a:path>
                </a:pathLst>
              </a:custGeom>
              <a:noFill/>
              <a:ln w="9525">
                <a:solidFill>
                  <a:schemeClr val="folHlink"/>
                </a:solidFill>
                <a:round/>
                <a:headEnd/>
                <a:tailEnd/>
              </a:ln>
              <a:effectLst/>
            </p:spPr>
            <p:txBody>
              <a:bodyPr wrap="none" anchor="ctr"/>
              <a:lstStyle/>
              <a:p>
                <a:pPr>
                  <a:defRPr/>
                </a:pPr>
                <a:endParaRPr lang="en-US"/>
              </a:p>
            </p:txBody>
          </p:sp>
          <p:sp>
            <p:nvSpPr>
              <p:cNvPr id="10" name="Arc 123"/>
              <p:cNvSpPr>
                <a:spLocks/>
              </p:cNvSpPr>
              <p:nvPr/>
            </p:nvSpPr>
            <p:spPr bwMode="hidden">
              <a:xfrm flipH="1">
                <a:off x="1266" y="1480"/>
                <a:ext cx="1244" cy="2379"/>
              </a:xfrm>
              <a:custGeom>
                <a:avLst/>
                <a:gdLst>
                  <a:gd name="G0" fmla="+- 7340 0 0"/>
                  <a:gd name="G1" fmla="+- 21600 0 0"/>
                  <a:gd name="G2" fmla="+- 21600 0 0"/>
                  <a:gd name="T0" fmla="*/ 0 w 28940"/>
                  <a:gd name="T1" fmla="*/ 1285 h 22305"/>
                  <a:gd name="T2" fmla="*/ 28929 w 28940"/>
                  <a:gd name="T3" fmla="*/ 22305 h 22305"/>
                  <a:gd name="T4" fmla="*/ 7340 w 28940"/>
                  <a:gd name="T5" fmla="*/ 21600 h 22305"/>
                </a:gdLst>
                <a:ahLst/>
                <a:cxnLst>
                  <a:cxn ang="0">
                    <a:pos x="T0" y="T1"/>
                  </a:cxn>
                  <a:cxn ang="0">
                    <a:pos x="T2" y="T3"/>
                  </a:cxn>
                  <a:cxn ang="0">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close/>
                  </a:path>
                </a:pathLst>
              </a:custGeom>
              <a:noFill/>
              <a:ln w="9525">
                <a:solidFill>
                  <a:schemeClr val="accent1"/>
                </a:solidFill>
                <a:round/>
                <a:headEnd/>
                <a:tailEnd/>
              </a:ln>
              <a:effectLst/>
            </p:spPr>
            <p:txBody>
              <a:bodyPr wrap="none" anchor="ctr"/>
              <a:lstStyle/>
              <a:p>
                <a:pPr>
                  <a:defRPr/>
                </a:pPr>
                <a:endParaRPr lang="en-US"/>
              </a:p>
            </p:txBody>
          </p:sp>
          <p:sp>
            <p:nvSpPr>
              <p:cNvPr id="11" name="Arc 124"/>
              <p:cNvSpPr>
                <a:spLocks/>
              </p:cNvSpPr>
              <p:nvPr/>
            </p:nvSpPr>
            <p:spPr bwMode="hidden">
              <a:xfrm flipH="1">
                <a:off x="210" y="1169"/>
                <a:ext cx="2376" cy="2379"/>
              </a:xfrm>
              <a:custGeom>
                <a:avLst/>
                <a:gdLst>
                  <a:gd name="G0" fmla="+- 12855 0 0"/>
                  <a:gd name="G1" fmla="+- 21600 0 0"/>
                  <a:gd name="G2" fmla="+- 21600 0 0"/>
                  <a:gd name="T0" fmla="*/ 0 w 34455"/>
                  <a:gd name="T1" fmla="*/ 4241 h 22305"/>
                  <a:gd name="T2" fmla="*/ 34444 w 34455"/>
                  <a:gd name="T3" fmla="*/ 22305 h 22305"/>
                  <a:gd name="T4" fmla="*/ 12855 w 34455"/>
                  <a:gd name="T5" fmla="*/ 21600 h 22305"/>
                </a:gdLst>
                <a:ahLst/>
                <a:cxnLst>
                  <a:cxn ang="0">
                    <a:pos x="T0" y="T1"/>
                  </a:cxn>
                  <a:cxn ang="0">
                    <a:pos x="T2" y="T3"/>
                  </a:cxn>
                  <a:cxn ang="0">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close/>
                  </a:path>
                </a:pathLst>
              </a:custGeom>
              <a:noFill/>
              <a:ln w="9525">
                <a:solidFill>
                  <a:schemeClr val="folHlink"/>
                </a:solidFill>
                <a:round/>
                <a:headEnd/>
                <a:tailEnd/>
              </a:ln>
              <a:effectLst/>
            </p:spPr>
            <p:txBody>
              <a:bodyPr wrap="none" anchor="ctr"/>
              <a:lstStyle/>
              <a:p>
                <a:pPr>
                  <a:defRPr/>
                </a:pPr>
                <a:endParaRPr lang="en-US"/>
              </a:p>
            </p:txBody>
          </p:sp>
          <p:sp>
            <p:nvSpPr>
              <p:cNvPr id="12" name="Arc 125"/>
              <p:cNvSpPr>
                <a:spLocks/>
              </p:cNvSpPr>
              <p:nvPr/>
            </p:nvSpPr>
            <p:spPr bwMode="hidden">
              <a:xfrm>
                <a:off x="2840" y="1503"/>
                <a:ext cx="381" cy="2379"/>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13" name="Arc 126"/>
              <p:cNvSpPr>
                <a:spLocks/>
              </p:cNvSpPr>
              <p:nvPr/>
            </p:nvSpPr>
            <p:spPr bwMode="hidden">
              <a:xfrm>
                <a:off x="2940" y="1492"/>
                <a:ext cx="1004" cy="2379"/>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folHlink"/>
                </a:solidFill>
                <a:round/>
                <a:headEnd/>
                <a:tailEnd/>
              </a:ln>
              <a:effectLst/>
            </p:spPr>
            <p:txBody>
              <a:bodyPr wrap="none" anchor="ctr"/>
              <a:lstStyle/>
              <a:p>
                <a:pPr>
                  <a:defRPr/>
                </a:pPr>
                <a:endParaRPr lang="en-US"/>
              </a:p>
            </p:txBody>
          </p:sp>
          <p:sp>
            <p:nvSpPr>
              <p:cNvPr id="14" name="Freeform 127"/>
              <p:cNvSpPr>
                <a:spLocks/>
              </p:cNvSpPr>
              <p:nvPr/>
            </p:nvSpPr>
            <p:spPr bwMode="hidden">
              <a:xfrm>
                <a:off x="3300" y="2635"/>
                <a:ext cx="485" cy="147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15" name="Freeform 128"/>
              <p:cNvSpPr>
                <a:spLocks/>
              </p:cNvSpPr>
              <p:nvPr/>
            </p:nvSpPr>
            <p:spPr bwMode="hidden">
              <a:xfrm rot="19660755" flipV="1">
                <a:off x="2547" y="2149"/>
                <a:ext cx="441" cy="83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16" name="Freeform 129"/>
              <p:cNvSpPr>
                <a:spLocks/>
              </p:cNvSpPr>
              <p:nvPr/>
            </p:nvSpPr>
            <p:spPr bwMode="hidden">
              <a:xfrm flipH="1">
                <a:off x="489" y="2503"/>
                <a:ext cx="1085"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17" name="Freeform 130"/>
              <p:cNvSpPr>
                <a:spLocks/>
              </p:cNvSpPr>
              <p:nvPr/>
            </p:nvSpPr>
            <p:spPr bwMode="hidden">
              <a:xfrm flipH="1">
                <a:off x="1000" y="893"/>
                <a:ext cx="696"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18" name="Freeform 131"/>
              <p:cNvSpPr>
                <a:spLocks/>
              </p:cNvSpPr>
              <p:nvPr/>
            </p:nvSpPr>
            <p:spPr bwMode="hidden">
              <a:xfrm>
                <a:off x="4401" y="2279"/>
                <a:ext cx="1007" cy="160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19" name="Freeform 132"/>
              <p:cNvSpPr>
                <a:spLocks/>
              </p:cNvSpPr>
              <p:nvPr/>
            </p:nvSpPr>
            <p:spPr bwMode="hidden">
              <a:xfrm>
                <a:off x="3878" y="1470"/>
                <a:ext cx="1518" cy="106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20" name="Freeform 133"/>
              <p:cNvSpPr>
                <a:spLocks/>
              </p:cNvSpPr>
              <p:nvPr/>
            </p:nvSpPr>
            <p:spPr bwMode="hidden">
              <a:xfrm>
                <a:off x="3934" y="337"/>
                <a:ext cx="664" cy="143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21" name="Freeform 134"/>
              <p:cNvSpPr>
                <a:spLocks/>
              </p:cNvSpPr>
              <p:nvPr/>
            </p:nvSpPr>
            <p:spPr bwMode="hidden">
              <a:xfrm rot="1346631" flipH="1">
                <a:off x="1702" y="1506"/>
                <a:ext cx="440" cy="83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sp>
        <p:nvSpPr>
          <p:cNvPr id="40071" name="Rectangle 135"/>
          <p:cNvSpPr>
            <a:spLocks noGrp="1" noChangeArrowheads="1"/>
          </p:cNvSpPr>
          <p:nvPr>
            <p:ph type="ctrTitle" sz="quarter"/>
          </p:nvPr>
        </p:nvSpPr>
        <p:spPr>
          <a:xfrm>
            <a:off x="685800" y="1827213"/>
            <a:ext cx="7772400" cy="1627187"/>
          </a:xfrm>
        </p:spPr>
        <p:txBody>
          <a:bodyPr/>
          <a:lstStyle>
            <a:lvl1pPr>
              <a:defRPr/>
            </a:lvl1pPr>
          </a:lstStyle>
          <a:p>
            <a:r>
              <a:rPr lang="en-US"/>
              <a:t>Click to edit Master title style</a:t>
            </a:r>
          </a:p>
        </p:txBody>
      </p:sp>
      <p:sp>
        <p:nvSpPr>
          <p:cNvPr id="40072" name="Rectangle 136"/>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137" name="Rectangle 137"/>
          <p:cNvSpPr>
            <a:spLocks noGrp="1" noChangeArrowheads="1"/>
          </p:cNvSpPr>
          <p:nvPr>
            <p:ph type="dt" sz="quarter" idx="10"/>
          </p:nvPr>
        </p:nvSpPr>
        <p:spPr/>
        <p:txBody>
          <a:bodyPr/>
          <a:lstStyle>
            <a:lvl1pPr>
              <a:defRPr/>
            </a:lvl1pPr>
          </a:lstStyle>
          <a:p>
            <a:pPr>
              <a:defRPr/>
            </a:pPr>
            <a:endParaRPr lang="en-US"/>
          </a:p>
        </p:txBody>
      </p:sp>
      <p:sp>
        <p:nvSpPr>
          <p:cNvPr id="138" name="Rectangle 138"/>
          <p:cNvSpPr>
            <a:spLocks noGrp="1" noChangeArrowheads="1"/>
          </p:cNvSpPr>
          <p:nvPr>
            <p:ph type="ftr" sz="quarter" idx="11"/>
          </p:nvPr>
        </p:nvSpPr>
        <p:spPr/>
        <p:txBody>
          <a:bodyPr/>
          <a:lstStyle>
            <a:lvl1pPr>
              <a:defRPr/>
            </a:lvl1pPr>
          </a:lstStyle>
          <a:p>
            <a:pPr>
              <a:defRPr/>
            </a:pPr>
            <a:endParaRPr lang="en-US"/>
          </a:p>
        </p:txBody>
      </p:sp>
      <p:sp>
        <p:nvSpPr>
          <p:cNvPr id="139" name="Rectangle 139"/>
          <p:cNvSpPr>
            <a:spLocks noGrp="1" noChangeArrowheads="1"/>
          </p:cNvSpPr>
          <p:nvPr>
            <p:ph type="sldNum" sz="quarter" idx="12"/>
          </p:nvPr>
        </p:nvSpPr>
        <p:spPr/>
        <p:txBody>
          <a:bodyPr/>
          <a:lstStyle>
            <a:lvl1pPr>
              <a:defRPr/>
            </a:lvl1pPr>
          </a:lstStyle>
          <a:p>
            <a:fld id="{19FD4475-B87E-41E1-A565-16954777DE48}" type="slidenum">
              <a:rPr lang="en-US" altLang="en-US"/>
              <a:pPr/>
              <a:t>‹#›</a:t>
            </a:fld>
            <a:endParaRPr lang="en-US" altLang="en-US"/>
          </a:p>
        </p:txBody>
      </p:sp>
    </p:spTree>
    <p:extLst>
      <p:ext uri="{BB962C8B-B14F-4D97-AF65-F5344CB8AC3E}">
        <p14:creationId xmlns:p14="http://schemas.microsoft.com/office/powerpoint/2010/main" val="36525987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AB96791F-54F1-422D-BA6E-8ED5BC455B18}" type="slidenum">
              <a:rPr lang="en-US" altLang="en-US"/>
              <a:pPr/>
              <a:t>‹#›</a:t>
            </a:fld>
            <a:endParaRPr lang="en-US" altLang="en-US"/>
          </a:p>
        </p:txBody>
      </p:sp>
    </p:spTree>
    <p:extLst>
      <p:ext uri="{BB962C8B-B14F-4D97-AF65-F5344CB8AC3E}">
        <p14:creationId xmlns:p14="http://schemas.microsoft.com/office/powerpoint/2010/main" val="16112330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C4BE2EBE-730D-40DF-89C3-7AA44EBC8AF2}" type="slidenum">
              <a:rPr lang="en-US" altLang="en-US"/>
              <a:pPr/>
              <a:t>‹#›</a:t>
            </a:fld>
            <a:endParaRPr lang="en-US" altLang="en-US"/>
          </a:p>
        </p:txBody>
      </p:sp>
    </p:spTree>
    <p:extLst>
      <p:ext uri="{BB962C8B-B14F-4D97-AF65-F5344CB8AC3E}">
        <p14:creationId xmlns:p14="http://schemas.microsoft.com/office/powerpoint/2010/main" val="4290459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FF2900E0-DFD5-4F0E-BFBE-1487DE178B2B}" type="slidenum">
              <a:rPr lang="en-US" altLang="en-US"/>
              <a:pPr/>
              <a:t>‹#›</a:t>
            </a:fld>
            <a:endParaRPr lang="en-US" altLang="en-US"/>
          </a:p>
        </p:txBody>
      </p:sp>
    </p:spTree>
    <p:extLst>
      <p:ext uri="{BB962C8B-B14F-4D97-AF65-F5344CB8AC3E}">
        <p14:creationId xmlns:p14="http://schemas.microsoft.com/office/powerpoint/2010/main" val="39896613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39"/>
          <p:cNvSpPr>
            <a:spLocks noGrp="1" noChangeArrowheads="1"/>
          </p:cNvSpPr>
          <p:nvPr>
            <p:ph type="dt" sz="half" idx="10"/>
          </p:nvPr>
        </p:nvSpPr>
        <p:spPr>
          <a:ln/>
        </p:spPr>
        <p:txBody>
          <a:bodyPr/>
          <a:lstStyle>
            <a:lvl1pPr>
              <a:defRPr/>
            </a:lvl1pPr>
          </a:lstStyle>
          <a:p>
            <a:pPr>
              <a:defRPr/>
            </a:pPr>
            <a:endParaRPr lang="en-US"/>
          </a:p>
        </p:txBody>
      </p:sp>
      <p:sp>
        <p:nvSpPr>
          <p:cNvPr id="8" name="Rectangle 140"/>
          <p:cNvSpPr>
            <a:spLocks noGrp="1" noChangeArrowheads="1"/>
          </p:cNvSpPr>
          <p:nvPr>
            <p:ph type="ftr" sz="quarter" idx="11"/>
          </p:nvPr>
        </p:nvSpPr>
        <p:spPr>
          <a:ln/>
        </p:spPr>
        <p:txBody>
          <a:bodyPr/>
          <a:lstStyle>
            <a:lvl1pPr>
              <a:defRPr/>
            </a:lvl1pPr>
          </a:lstStyle>
          <a:p>
            <a:pPr>
              <a:defRPr/>
            </a:pPr>
            <a:endParaRPr lang="en-US"/>
          </a:p>
        </p:txBody>
      </p:sp>
      <p:sp>
        <p:nvSpPr>
          <p:cNvPr id="9" name="Rectangle 141"/>
          <p:cNvSpPr>
            <a:spLocks noGrp="1" noChangeArrowheads="1"/>
          </p:cNvSpPr>
          <p:nvPr>
            <p:ph type="sldNum" sz="quarter" idx="12"/>
          </p:nvPr>
        </p:nvSpPr>
        <p:spPr>
          <a:ln/>
        </p:spPr>
        <p:txBody>
          <a:bodyPr/>
          <a:lstStyle>
            <a:lvl1pPr>
              <a:defRPr/>
            </a:lvl1pPr>
          </a:lstStyle>
          <a:p>
            <a:fld id="{3F66FE14-58B1-4683-9259-924369A811B2}" type="slidenum">
              <a:rPr lang="en-US" altLang="en-US"/>
              <a:pPr/>
              <a:t>‹#›</a:t>
            </a:fld>
            <a:endParaRPr lang="en-US" altLang="en-US"/>
          </a:p>
        </p:txBody>
      </p:sp>
    </p:spTree>
    <p:extLst>
      <p:ext uri="{BB962C8B-B14F-4D97-AF65-F5344CB8AC3E}">
        <p14:creationId xmlns:p14="http://schemas.microsoft.com/office/powerpoint/2010/main" val="2698423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39"/>
          <p:cNvSpPr>
            <a:spLocks noGrp="1" noChangeArrowheads="1"/>
          </p:cNvSpPr>
          <p:nvPr>
            <p:ph type="dt" sz="half" idx="10"/>
          </p:nvPr>
        </p:nvSpPr>
        <p:spPr>
          <a:ln/>
        </p:spPr>
        <p:txBody>
          <a:bodyPr/>
          <a:lstStyle>
            <a:lvl1pPr>
              <a:defRPr/>
            </a:lvl1pPr>
          </a:lstStyle>
          <a:p>
            <a:pPr>
              <a:defRPr/>
            </a:pPr>
            <a:endParaRPr lang="en-US"/>
          </a:p>
        </p:txBody>
      </p:sp>
      <p:sp>
        <p:nvSpPr>
          <p:cNvPr id="4" name="Rectangle 140"/>
          <p:cNvSpPr>
            <a:spLocks noGrp="1" noChangeArrowheads="1"/>
          </p:cNvSpPr>
          <p:nvPr>
            <p:ph type="ftr" sz="quarter" idx="11"/>
          </p:nvPr>
        </p:nvSpPr>
        <p:spPr>
          <a:ln/>
        </p:spPr>
        <p:txBody>
          <a:bodyPr/>
          <a:lstStyle>
            <a:lvl1pPr>
              <a:defRPr/>
            </a:lvl1pPr>
          </a:lstStyle>
          <a:p>
            <a:pPr>
              <a:defRPr/>
            </a:pPr>
            <a:endParaRPr lang="en-US"/>
          </a:p>
        </p:txBody>
      </p:sp>
      <p:sp>
        <p:nvSpPr>
          <p:cNvPr id="5" name="Rectangle 141"/>
          <p:cNvSpPr>
            <a:spLocks noGrp="1" noChangeArrowheads="1"/>
          </p:cNvSpPr>
          <p:nvPr>
            <p:ph type="sldNum" sz="quarter" idx="12"/>
          </p:nvPr>
        </p:nvSpPr>
        <p:spPr>
          <a:ln/>
        </p:spPr>
        <p:txBody>
          <a:bodyPr/>
          <a:lstStyle>
            <a:lvl1pPr>
              <a:defRPr/>
            </a:lvl1pPr>
          </a:lstStyle>
          <a:p>
            <a:fld id="{455545B0-B541-445A-B5E4-D3F8AA6AF5F7}" type="slidenum">
              <a:rPr lang="en-US" altLang="en-US"/>
              <a:pPr/>
              <a:t>‹#›</a:t>
            </a:fld>
            <a:endParaRPr lang="en-US" altLang="en-US"/>
          </a:p>
        </p:txBody>
      </p:sp>
    </p:spTree>
    <p:extLst>
      <p:ext uri="{BB962C8B-B14F-4D97-AF65-F5344CB8AC3E}">
        <p14:creationId xmlns:p14="http://schemas.microsoft.com/office/powerpoint/2010/main" val="8550216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9"/>
          <p:cNvSpPr>
            <a:spLocks noGrp="1" noChangeArrowheads="1"/>
          </p:cNvSpPr>
          <p:nvPr>
            <p:ph type="dt" sz="half" idx="10"/>
          </p:nvPr>
        </p:nvSpPr>
        <p:spPr>
          <a:ln/>
        </p:spPr>
        <p:txBody>
          <a:bodyPr/>
          <a:lstStyle>
            <a:lvl1pPr>
              <a:defRPr/>
            </a:lvl1pPr>
          </a:lstStyle>
          <a:p>
            <a:pPr>
              <a:defRPr/>
            </a:pPr>
            <a:endParaRPr lang="en-US"/>
          </a:p>
        </p:txBody>
      </p:sp>
      <p:sp>
        <p:nvSpPr>
          <p:cNvPr id="3" name="Rectangle 140"/>
          <p:cNvSpPr>
            <a:spLocks noGrp="1" noChangeArrowheads="1"/>
          </p:cNvSpPr>
          <p:nvPr>
            <p:ph type="ftr" sz="quarter" idx="11"/>
          </p:nvPr>
        </p:nvSpPr>
        <p:spPr>
          <a:ln/>
        </p:spPr>
        <p:txBody>
          <a:bodyPr/>
          <a:lstStyle>
            <a:lvl1pPr>
              <a:defRPr/>
            </a:lvl1pPr>
          </a:lstStyle>
          <a:p>
            <a:pPr>
              <a:defRPr/>
            </a:pPr>
            <a:endParaRPr lang="en-US"/>
          </a:p>
        </p:txBody>
      </p:sp>
      <p:sp>
        <p:nvSpPr>
          <p:cNvPr id="4" name="Rectangle 141"/>
          <p:cNvSpPr>
            <a:spLocks noGrp="1" noChangeArrowheads="1"/>
          </p:cNvSpPr>
          <p:nvPr>
            <p:ph type="sldNum" sz="quarter" idx="12"/>
          </p:nvPr>
        </p:nvSpPr>
        <p:spPr>
          <a:ln/>
        </p:spPr>
        <p:txBody>
          <a:bodyPr/>
          <a:lstStyle>
            <a:lvl1pPr>
              <a:defRPr/>
            </a:lvl1pPr>
          </a:lstStyle>
          <a:p>
            <a:fld id="{671969B5-0732-4771-95E9-AAA4359F9D05}" type="slidenum">
              <a:rPr lang="en-US" altLang="en-US"/>
              <a:pPr/>
              <a:t>‹#›</a:t>
            </a:fld>
            <a:endParaRPr lang="en-US" altLang="en-US"/>
          </a:p>
        </p:txBody>
      </p:sp>
    </p:spTree>
    <p:extLst>
      <p:ext uri="{BB962C8B-B14F-4D97-AF65-F5344CB8AC3E}">
        <p14:creationId xmlns:p14="http://schemas.microsoft.com/office/powerpoint/2010/main" val="1370866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9078E329-737D-4686-B251-12C8E663F319}" type="slidenum">
              <a:rPr lang="en-US" altLang="en-US"/>
              <a:pPr/>
              <a:t>‹#›</a:t>
            </a:fld>
            <a:endParaRPr lang="en-US" altLang="en-US"/>
          </a:p>
        </p:txBody>
      </p:sp>
    </p:spTree>
    <p:extLst>
      <p:ext uri="{BB962C8B-B14F-4D97-AF65-F5344CB8AC3E}">
        <p14:creationId xmlns:p14="http://schemas.microsoft.com/office/powerpoint/2010/main" val="11279685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41D76413-EC4D-4594-AE47-14E330F3CC5D}" type="slidenum">
              <a:rPr lang="en-US" altLang="en-US"/>
              <a:pPr/>
              <a:t>‹#›</a:t>
            </a:fld>
            <a:endParaRPr lang="en-US" altLang="en-US"/>
          </a:p>
        </p:txBody>
      </p:sp>
    </p:spTree>
    <p:extLst>
      <p:ext uri="{BB962C8B-B14F-4D97-AF65-F5344CB8AC3E}">
        <p14:creationId xmlns:p14="http://schemas.microsoft.com/office/powerpoint/2010/main" val="40969353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10F70D62-EC06-465E-8827-85DB59890F66}" type="slidenum">
              <a:rPr lang="en-US" altLang="en-US"/>
              <a:pPr/>
              <a:t>‹#›</a:t>
            </a:fld>
            <a:endParaRPr lang="en-US" altLang="en-US"/>
          </a:p>
        </p:txBody>
      </p:sp>
    </p:spTree>
    <p:extLst>
      <p:ext uri="{BB962C8B-B14F-4D97-AF65-F5344CB8AC3E}">
        <p14:creationId xmlns:p14="http://schemas.microsoft.com/office/powerpoint/2010/main" val="32426303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1625"/>
            <a:ext cx="1943100" cy="57943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301625"/>
            <a:ext cx="5676900" cy="57943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B0EE241B-3F0C-4932-9001-E4A1A35B6F3B}" type="slidenum">
              <a:rPr lang="en-US" altLang="en-US"/>
              <a:pPr/>
              <a:t>‹#›</a:t>
            </a:fld>
            <a:endParaRPr lang="en-US" altLang="en-US"/>
          </a:p>
        </p:txBody>
      </p:sp>
    </p:spTree>
    <p:extLst>
      <p:ext uri="{BB962C8B-B14F-4D97-AF65-F5344CB8AC3E}">
        <p14:creationId xmlns:p14="http://schemas.microsoft.com/office/powerpoint/2010/main" val="35406798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93CC1A4-C7F8-4E94-8F17-39FD4766DF43}" type="slidenum">
              <a:rPr lang="en-US" altLang="en-US"/>
              <a:pPr/>
              <a:t>‹#›</a:t>
            </a:fld>
            <a:endParaRPr lang="en-US" altLang="en-US"/>
          </a:p>
        </p:txBody>
      </p:sp>
    </p:spTree>
    <p:extLst>
      <p:ext uri="{BB962C8B-B14F-4D97-AF65-F5344CB8AC3E}">
        <p14:creationId xmlns:p14="http://schemas.microsoft.com/office/powerpoint/2010/main" val="2250926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6A4A882-98CD-488D-B42F-41CEA99BEA91}" type="slidenum">
              <a:rPr lang="en-US" altLang="en-US"/>
              <a:pPr/>
              <a:t>‹#›</a:t>
            </a:fld>
            <a:endParaRPr lang="en-US" altLang="en-US"/>
          </a:p>
        </p:txBody>
      </p:sp>
    </p:spTree>
    <p:extLst>
      <p:ext uri="{BB962C8B-B14F-4D97-AF65-F5344CB8AC3E}">
        <p14:creationId xmlns:p14="http://schemas.microsoft.com/office/powerpoint/2010/main" val="12043339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A964712F-BE4F-4865-8065-992B32CD2889}" type="slidenum">
              <a:rPr lang="en-US" altLang="en-US"/>
              <a:pPr/>
              <a:t>‹#›</a:t>
            </a:fld>
            <a:endParaRPr lang="en-US" altLang="en-US"/>
          </a:p>
        </p:txBody>
      </p:sp>
    </p:spTree>
    <p:extLst>
      <p:ext uri="{BB962C8B-B14F-4D97-AF65-F5344CB8AC3E}">
        <p14:creationId xmlns:p14="http://schemas.microsoft.com/office/powerpoint/2010/main" val="41656884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5C5844DC-0F37-4DF2-94D5-8B3008DCC94B}" type="slidenum">
              <a:rPr lang="en-US" altLang="en-US"/>
              <a:pPr/>
              <a:t>‹#›</a:t>
            </a:fld>
            <a:endParaRPr lang="en-US" altLang="en-US"/>
          </a:p>
        </p:txBody>
      </p:sp>
    </p:spTree>
    <p:extLst>
      <p:ext uri="{BB962C8B-B14F-4D97-AF65-F5344CB8AC3E}">
        <p14:creationId xmlns:p14="http://schemas.microsoft.com/office/powerpoint/2010/main" val="12949906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5558468E-DA14-4B3B-A8AD-DF9E2CCF6EC9}" type="slidenum">
              <a:rPr lang="en-US" altLang="en-US"/>
              <a:pPr/>
              <a:t>‹#›</a:t>
            </a:fld>
            <a:endParaRPr lang="en-US" altLang="en-US"/>
          </a:p>
        </p:txBody>
      </p:sp>
    </p:spTree>
    <p:extLst>
      <p:ext uri="{BB962C8B-B14F-4D97-AF65-F5344CB8AC3E}">
        <p14:creationId xmlns:p14="http://schemas.microsoft.com/office/powerpoint/2010/main" val="10417778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49C1B647-3F37-44E1-B3A4-603F68E3317F}" type="slidenum">
              <a:rPr lang="en-US" altLang="en-US"/>
              <a:pPr/>
              <a:t>‹#›</a:t>
            </a:fld>
            <a:endParaRPr lang="en-US" altLang="en-US"/>
          </a:p>
        </p:txBody>
      </p:sp>
    </p:spTree>
    <p:extLst>
      <p:ext uri="{BB962C8B-B14F-4D97-AF65-F5344CB8AC3E}">
        <p14:creationId xmlns:p14="http://schemas.microsoft.com/office/powerpoint/2010/main" val="19836194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E3FECF2C-EB1B-47AE-BAE8-80468DFCD54A}" type="slidenum">
              <a:rPr lang="en-US" altLang="en-US"/>
              <a:pPr/>
              <a:t>‹#›</a:t>
            </a:fld>
            <a:endParaRPr lang="en-US" altLang="en-US"/>
          </a:p>
        </p:txBody>
      </p:sp>
    </p:spTree>
    <p:extLst>
      <p:ext uri="{BB962C8B-B14F-4D97-AF65-F5344CB8AC3E}">
        <p14:creationId xmlns:p14="http://schemas.microsoft.com/office/powerpoint/2010/main" val="7749272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AC7C37FF-378C-438C-A590-4FD4E4BBBF79}" type="slidenum">
              <a:rPr lang="en-US" altLang="en-US"/>
              <a:pPr/>
              <a:t>‹#›</a:t>
            </a:fld>
            <a:endParaRPr lang="en-US" altLang="en-US"/>
          </a:p>
        </p:txBody>
      </p:sp>
    </p:spTree>
    <p:extLst>
      <p:ext uri="{BB962C8B-B14F-4D97-AF65-F5344CB8AC3E}">
        <p14:creationId xmlns:p14="http://schemas.microsoft.com/office/powerpoint/2010/main" val="34387032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7C3C0EFA-C271-4598-9E72-781C14A59D9D}" type="slidenum">
              <a:rPr lang="en-US" altLang="en-US"/>
              <a:pPr/>
              <a:t>‹#›</a:t>
            </a:fld>
            <a:endParaRPr lang="en-US" altLang="en-US"/>
          </a:p>
        </p:txBody>
      </p:sp>
    </p:spTree>
    <p:extLst>
      <p:ext uri="{BB962C8B-B14F-4D97-AF65-F5344CB8AC3E}">
        <p14:creationId xmlns:p14="http://schemas.microsoft.com/office/powerpoint/2010/main" val="24729383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3B618E84-1F8A-400B-A447-853111BF2668}" type="slidenum">
              <a:rPr lang="en-US" altLang="en-US"/>
              <a:pPr/>
              <a:t>‹#›</a:t>
            </a:fld>
            <a:endParaRPr lang="en-US" altLang="en-US"/>
          </a:p>
        </p:txBody>
      </p:sp>
    </p:spTree>
    <p:extLst>
      <p:ext uri="{BB962C8B-B14F-4D97-AF65-F5344CB8AC3E}">
        <p14:creationId xmlns:p14="http://schemas.microsoft.com/office/powerpoint/2010/main" val="40840177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209F553D-A31D-46EC-85E0-4CC7361B031E}" type="slidenum">
              <a:rPr lang="en-US" altLang="en-US"/>
              <a:pPr/>
              <a:t>‹#›</a:t>
            </a:fld>
            <a:endParaRPr lang="en-US" altLang="en-US"/>
          </a:p>
        </p:txBody>
      </p:sp>
    </p:spTree>
    <p:extLst>
      <p:ext uri="{BB962C8B-B14F-4D97-AF65-F5344CB8AC3E}">
        <p14:creationId xmlns:p14="http://schemas.microsoft.com/office/powerpoint/2010/main" val="2503521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91E5E7F0-18A7-4964-8D29-92BBB77178DD}" type="slidenum">
              <a:rPr lang="en-US" altLang="en-US"/>
              <a:pPr/>
              <a:t>‹#›</a:t>
            </a:fld>
            <a:endParaRPr lang="en-US" altLang="en-US"/>
          </a:p>
        </p:txBody>
      </p:sp>
    </p:spTree>
    <p:extLst>
      <p:ext uri="{BB962C8B-B14F-4D97-AF65-F5344CB8AC3E}">
        <p14:creationId xmlns:p14="http://schemas.microsoft.com/office/powerpoint/2010/main" val="20196372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BE7CC816-E501-4052-8FA2-E53B516926DC}" type="slidenum">
              <a:rPr lang="en-US" altLang="en-US"/>
              <a:pPr/>
              <a:t>‹#›</a:t>
            </a:fld>
            <a:endParaRPr lang="en-US" altLang="en-US"/>
          </a:p>
        </p:txBody>
      </p:sp>
    </p:spTree>
    <p:extLst>
      <p:ext uri="{BB962C8B-B14F-4D97-AF65-F5344CB8AC3E}">
        <p14:creationId xmlns:p14="http://schemas.microsoft.com/office/powerpoint/2010/main" val="73728797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D594C589-D168-4110-918A-62D9C109E7CC}" type="slidenum">
              <a:rPr lang="en-US" altLang="en-US"/>
              <a:pPr/>
              <a:t>‹#›</a:t>
            </a:fld>
            <a:endParaRPr lang="en-US" altLang="en-US"/>
          </a:p>
        </p:txBody>
      </p:sp>
    </p:spTree>
    <p:extLst>
      <p:ext uri="{BB962C8B-B14F-4D97-AF65-F5344CB8AC3E}">
        <p14:creationId xmlns:p14="http://schemas.microsoft.com/office/powerpoint/2010/main" val="11481674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66921B4C-9F50-4580-8726-347937C197CB}" type="slidenum">
              <a:rPr lang="en-US" altLang="en-US"/>
              <a:pPr/>
              <a:t>‹#›</a:t>
            </a:fld>
            <a:endParaRPr lang="en-US" altLang="en-US"/>
          </a:p>
        </p:txBody>
      </p:sp>
    </p:spTree>
    <p:extLst>
      <p:ext uri="{BB962C8B-B14F-4D97-AF65-F5344CB8AC3E}">
        <p14:creationId xmlns:p14="http://schemas.microsoft.com/office/powerpoint/2010/main" val="34874279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708561D1-5F5D-4A5C-93F4-FCE0392BC795}" type="slidenum">
              <a:rPr lang="en-US" altLang="en-US"/>
              <a:pPr/>
              <a:t>‹#›</a:t>
            </a:fld>
            <a:endParaRPr lang="en-US" altLang="en-US"/>
          </a:p>
        </p:txBody>
      </p:sp>
    </p:spTree>
    <p:extLst>
      <p:ext uri="{BB962C8B-B14F-4D97-AF65-F5344CB8AC3E}">
        <p14:creationId xmlns:p14="http://schemas.microsoft.com/office/powerpoint/2010/main" val="220248544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0A8E42C8-ECF7-4546-8C84-EA56E0476638}" type="slidenum">
              <a:rPr lang="en-US" altLang="en-US"/>
              <a:pPr/>
              <a:t>‹#›</a:t>
            </a:fld>
            <a:endParaRPr lang="en-US" altLang="en-US"/>
          </a:p>
        </p:txBody>
      </p:sp>
    </p:spTree>
    <p:extLst>
      <p:ext uri="{BB962C8B-B14F-4D97-AF65-F5344CB8AC3E}">
        <p14:creationId xmlns:p14="http://schemas.microsoft.com/office/powerpoint/2010/main" val="246608572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918E2717-4B91-49E4-9EDE-8696F09795B2}" type="slidenum">
              <a:rPr lang="en-US" altLang="en-US"/>
              <a:pPr/>
              <a:t>‹#›</a:t>
            </a:fld>
            <a:endParaRPr lang="en-US" altLang="en-US"/>
          </a:p>
        </p:txBody>
      </p:sp>
    </p:spTree>
    <p:extLst>
      <p:ext uri="{BB962C8B-B14F-4D97-AF65-F5344CB8AC3E}">
        <p14:creationId xmlns:p14="http://schemas.microsoft.com/office/powerpoint/2010/main" val="367637527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55D1B6AC-7AA3-4117-8AB3-1799F0F102D4}" type="slidenum">
              <a:rPr lang="en-US" altLang="en-US"/>
              <a:pPr/>
              <a:t>‹#›</a:t>
            </a:fld>
            <a:endParaRPr lang="en-US" altLang="en-US"/>
          </a:p>
        </p:txBody>
      </p:sp>
    </p:spTree>
    <p:extLst>
      <p:ext uri="{BB962C8B-B14F-4D97-AF65-F5344CB8AC3E}">
        <p14:creationId xmlns:p14="http://schemas.microsoft.com/office/powerpoint/2010/main" val="77810729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0C6AA6CB-3D32-4858-9A28-E584862D7C6B}" type="slidenum">
              <a:rPr lang="en-US" altLang="en-US"/>
              <a:pPr/>
              <a:t>‹#›</a:t>
            </a:fld>
            <a:endParaRPr lang="en-US" altLang="en-US"/>
          </a:p>
        </p:txBody>
      </p:sp>
    </p:spTree>
    <p:extLst>
      <p:ext uri="{BB962C8B-B14F-4D97-AF65-F5344CB8AC3E}">
        <p14:creationId xmlns:p14="http://schemas.microsoft.com/office/powerpoint/2010/main" val="130610742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D6ABD1CB-149B-4F04-A7B2-E38813D96671}" type="slidenum">
              <a:rPr lang="en-US" altLang="en-US"/>
              <a:pPr/>
              <a:t>‹#›</a:t>
            </a:fld>
            <a:endParaRPr lang="en-US" altLang="en-US"/>
          </a:p>
        </p:txBody>
      </p:sp>
    </p:spTree>
    <p:extLst>
      <p:ext uri="{BB962C8B-B14F-4D97-AF65-F5344CB8AC3E}">
        <p14:creationId xmlns:p14="http://schemas.microsoft.com/office/powerpoint/2010/main" val="121295095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E5FA0DC-1992-46CC-8329-8309F5A02430}" type="slidenum">
              <a:rPr lang="en-US" altLang="en-US"/>
              <a:pPr/>
              <a:t>‹#›</a:t>
            </a:fld>
            <a:endParaRPr lang="en-US" altLang="en-US"/>
          </a:p>
        </p:txBody>
      </p:sp>
    </p:spTree>
    <p:extLst>
      <p:ext uri="{BB962C8B-B14F-4D97-AF65-F5344CB8AC3E}">
        <p14:creationId xmlns:p14="http://schemas.microsoft.com/office/powerpoint/2010/main" val="330445958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9138" name="Rectangle 2"/>
          <p:cNvSpPr>
            <a:spLocks noGrp="1" noRot="1" noChangeArrowheads="1"/>
          </p:cNvSpPr>
          <p:nvPr>
            <p:ph type="ctrTitle"/>
          </p:nvPr>
        </p:nvSpPr>
        <p:spPr>
          <a:xfrm>
            <a:off x="685800" y="1981200"/>
            <a:ext cx="7772400" cy="1600200"/>
          </a:xfrm>
        </p:spPr>
        <p:txBody>
          <a:bodyPr/>
          <a:lstStyle>
            <a:lvl1pPr>
              <a:defRPr/>
            </a:lvl1pPr>
          </a:lstStyle>
          <a:p>
            <a:r>
              <a:rPr lang="en-US"/>
              <a:t>Click to edit Master title style</a:t>
            </a:r>
          </a:p>
        </p:txBody>
      </p:sp>
      <p:sp>
        <p:nvSpPr>
          <p:cNvPr id="219139"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EFE57B3-7791-49D4-BD1A-71269A1B9A1F}" type="slidenum">
              <a:rPr lang="en-US" altLang="en-US"/>
              <a:pPr/>
              <a:t>‹#›</a:t>
            </a:fld>
            <a:endParaRPr lang="en-US" altLang="en-US"/>
          </a:p>
        </p:txBody>
      </p:sp>
    </p:spTree>
    <p:extLst>
      <p:ext uri="{BB962C8B-B14F-4D97-AF65-F5344CB8AC3E}">
        <p14:creationId xmlns:p14="http://schemas.microsoft.com/office/powerpoint/2010/main" val="191149500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E49FD6B4-DD2A-4F00-9427-7BED0CF62C2C}" type="slidenum">
              <a:rPr lang="en-US" altLang="en-US"/>
              <a:pPr/>
              <a:t>‹#›</a:t>
            </a:fld>
            <a:endParaRPr lang="en-US" altLang="en-US"/>
          </a:p>
        </p:txBody>
      </p:sp>
    </p:spTree>
    <p:extLst>
      <p:ext uri="{BB962C8B-B14F-4D97-AF65-F5344CB8AC3E}">
        <p14:creationId xmlns:p14="http://schemas.microsoft.com/office/powerpoint/2010/main" val="64628599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77DA792F-540F-4388-87D2-C76B7B7E3B50}" type="slidenum">
              <a:rPr lang="en-US" altLang="en-US"/>
              <a:pPr/>
              <a:t>‹#›</a:t>
            </a:fld>
            <a:endParaRPr lang="en-US" altLang="en-US"/>
          </a:p>
        </p:txBody>
      </p:sp>
    </p:spTree>
    <p:extLst>
      <p:ext uri="{BB962C8B-B14F-4D97-AF65-F5344CB8AC3E}">
        <p14:creationId xmlns:p14="http://schemas.microsoft.com/office/powerpoint/2010/main" val="416500788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2A67894F-BAC4-43DF-A0B6-CA1009DD454E}" type="slidenum">
              <a:rPr lang="en-US" altLang="en-US"/>
              <a:pPr/>
              <a:t>‹#›</a:t>
            </a:fld>
            <a:endParaRPr lang="en-US" altLang="en-US"/>
          </a:p>
        </p:txBody>
      </p:sp>
    </p:spTree>
    <p:extLst>
      <p:ext uri="{BB962C8B-B14F-4D97-AF65-F5344CB8AC3E}">
        <p14:creationId xmlns:p14="http://schemas.microsoft.com/office/powerpoint/2010/main" val="115681016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454224C6-37BD-499E-A701-5FC6BD45A0F4}" type="slidenum">
              <a:rPr lang="en-US" altLang="en-US"/>
              <a:pPr/>
              <a:t>‹#›</a:t>
            </a:fld>
            <a:endParaRPr lang="en-US" altLang="en-US"/>
          </a:p>
        </p:txBody>
      </p:sp>
    </p:spTree>
    <p:extLst>
      <p:ext uri="{BB962C8B-B14F-4D97-AF65-F5344CB8AC3E}">
        <p14:creationId xmlns:p14="http://schemas.microsoft.com/office/powerpoint/2010/main" val="391179691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8212EDC7-704A-4DA6-8880-2D949E67EFE7}" type="slidenum">
              <a:rPr lang="en-US" altLang="en-US"/>
              <a:pPr/>
              <a:t>‹#›</a:t>
            </a:fld>
            <a:endParaRPr lang="en-US" altLang="en-US"/>
          </a:p>
        </p:txBody>
      </p:sp>
    </p:spTree>
    <p:extLst>
      <p:ext uri="{BB962C8B-B14F-4D97-AF65-F5344CB8AC3E}">
        <p14:creationId xmlns:p14="http://schemas.microsoft.com/office/powerpoint/2010/main" val="184846577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5E1FFC03-B9C7-4FD6-A60C-9F04FF5C193F}" type="slidenum">
              <a:rPr lang="en-US" altLang="en-US"/>
              <a:pPr/>
              <a:t>‹#›</a:t>
            </a:fld>
            <a:endParaRPr lang="en-US" altLang="en-US"/>
          </a:p>
        </p:txBody>
      </p:sp>
    </p:spTree>
    <p:extLst>
      <p:ext uri="{BB962C8B-B14F-4D97-AF65-F5344CB8AC3E}">
        <p14:creationId xmlns:p14="http://schemas.microsoft.com/office/powerpoint/2010/main" val="86249312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3826FFC6-9609-4E19-89EC-6A5D135EE788}" type="slidenum">
              <a:rPr lang="en-US" altLang="en-US"/>
              <a:pPr/>
              <a:t>‹#›</a:t>
            </a:fld>
            <a:endParaRPr lang="en-US" altLang="en-US"/>
          </a:p>
        </p:txBody>
      </p:sp>
    </p:spTree>
    <p:extLst>
      <p:ext uri="{BB962C8B-B14F-4D97-AF65-F5344CB8AC3E}">
        <p14:creationId xmlns:p14="http://schemas.microsoft.com/office/powerpoint/2010/main" val="21976573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4FDAA714-A4C9-4353-A979-4E7A1E71180F}" type="slidenum">
              <a:rPr lang="en-US" altLang="en-US"/>
              <a:pPr/>
              <a:t>‹#›</a:t>
            </a:fld>
            <a:endParaRPr lang="en-US" altLang="en-US"/>
          </a:p>
        </p:txBody>
      </p:sp>
    </p:spTree>
    <p:extLst>
      <p:ext uri="{BB962C8B-B14F-4D97-AF65-F5344CB8AC3E}">
        <p14:creationId xmlns:p14="http://schemas.microsoft.com/office/powerpoint/2010/main" val="277856047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F1B46A45-99AD-430B-A158-43A38CE5DE47}" type="slidenum">
              <a:rPr lang="en-US" altLang="en-US"/>
              <a:pPr/>
              <a:t>‹#›</a:t>
            </a:fld>
            <a:endParaRPr lang="en-US" altLang="en-US"/>
          </a:p>
        </p:txBody>
      </p:sp>
    </p:spTree>
    <p:extLst>
      <p:ext uri="{BB962C8B-B14F-4D97-AF65-F5344CB8AC3E}">
        <p14:creationId xmlns:p14="http://schemas.microsoft.com/office/powerpoint/2010/main" val="363925219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228600"/>
            <a:ext cx="2135187" cy="5870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228600"/>
            <a:ext cx="6253163" cy="58705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3D0D99B-7754-4717-89AA-FCD7563E5723}" type="slidenum">
              <a:rPr lang="en-US" altLang="en-US"/>
              <a:pPr/>
              <a:t>‹#›</a:t>
            </a:fld>
            <a:endParaRPr lang="en-US" altLang="en-US"/>
          </a:p>
        </p:txBody>
      </p:sp>
    </p:spTree>
    <p:extLst>
      <p:ext uri="{BB962C8B-B14F-4D97-AF65-F5344CB8AC3E}">
        <p14:creationId xmlns:p14="http://schemas.microsoft.com/office/powerpoint/2010/main" val="312746623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6" name="Slide Number Placeholder 5"/>
          <p:cNvSpPr>
            <a:spLocks noGrp="1"/>
          </p:cNvSpPr>
          <p:nvPr>
            <p:ph type="sldNum" sz="quarter" idx="11"/>
          </p:nvPr>
        </p:nvSpPr>
        <p:spPr>
          <a:xfrm>
            <a:off x="6553200" y="6248400"/>
            <a:ext cx="1905000" cy="457200"/>
          </a:xfrm>
        </p:spPr>
        <p:txBody>
          <a:bodyPr/>
          <a:lstStyle>
            <a:lvl1pPr>
              <a:defRPr/>
            </a:lvl1pPr>
          </a:lstStyle>
          <a:p>
            <a:fld id="{EB14D493-852E-4EA1-9723-4A3DE8767F17}" type="slidenum">
              <a:rPr lang="en-US" altLang="en-US"/>
              <a:pPr/>
              <a:t>‹#›</a:t>
            </a:fld>
            <a:endParaRPr lang="en-US" altLang="en-US"/>
          </a:p>
        </p:txBody>
      </p:sp>
      <p:sp>
        <p:nvSpPr>
          <p:cNvPr id="7" name="Footer Placeholder 6"/>
          <p:cNvSpPr>
            <a:spLocks noGrp="1"/>
          </p:cNvSpPr>
          <p:nvPr>
            <p:ph type="ftr" sz="quarter" idx="12"/>
          </p:nvPr>
        </p:nvSpPr>
        <p:spPr>
          <a:xfrm>
            <a:off x="7543800" y="6629400"/>
            <a:ext cx="1676400" cy="228600"/>
          </a:xfrm>
        </p:spPr>
        <p:txBody>
          <a:bodyPr/>
          <a:lstStyle>
            <a:lvl1pPr>
              <a:defRPr/>
            </a:lvl1pPr>
          </a:lstStyle>
          <a:p>
            <a:pPr>
              <a:defRPr/>
            </a:pPr>
            <a:r>
              <a:rPr lang="en-US"/>
              <a:t>© 2009, Prentice-Hall, Inc.</a:t>
            </a:r>
          </a:p>
        </p:txBody>
      </p:sp>
    </p:spTree>
    <p:extLst>
      <p:ext uri="{BB962C8B-B14F-4D97-AF65-F5344CB8AC3E}">
        <p14:creationId xmlns:p14="http://schemas.microsoft.com/office/powerpoint/2010/main" val="3139025599"/>
      </p:ext>
    </p:extLst>
  </p:cSld>
  <p:clrMapOvr>
    <a:masterClrMapping/>
  </p:clrMapOvr>
  <p:transition spd="slow">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4259" name="Rectangle 3"/>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224260" name="Rectangle 4"/>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5" name="Rectangle 5"/>
          <p:cNvSpPr>
            <a:spLocks noGrp="1" noChangeArrowheads="1"/>
          </p:cNvSpPr>
          <p:nvPr>
            <p:ph type="dt" sz="half" idx="10"/>
          </p:nvPr>
        </p:nvSpPr>
        <p:spPr/>
        <p:txBody>
          <a:bodyPr/>
          <a:lstStyle>
            <a:lvl1pPr>
              <a:defRPr/>
            </a:lvl1pPr>
          </a:lstStyle>
          <a:p>
            <a:pPr>
              <a:defRPr/>
            </a:pPr>
            <a:endParaRPr lang="en-US"/>
          </a:p>
        </p:txBody>
      </p:sp>
      <p:sp>
        <p:nvSpPr>
          <p:cNvPr id="6" name="Rectangle 6"/>
          <p:cNvSpPr>
            <a:spLocks noGrp="1" noChangeArrowheads="1"/>
          </p:cNvSpPr>
          <p:nvPr>
            <p:ph type="ftr" sz="quarter" idx="11"/>
          </p:nvPr>
        </p:nvSpPr>
        <p:spPr/>
        <p:txBody>
          <a:bodyPr/>
          <a:lstStyle>
            <a:lvl1pPr>
              <a:defRPr/>
            </a:lvl1pPr>
          </a:lstStyle>
          <a:p>
            <a:pPr>
              <a:defRPr/>
            </a:pPr>
            <a:endParaRPr lang="en-US"/>
          </a:p>
        </p:txBody>
      </p:sp>
      <p:sp>
        <p:nvSpPr>
          <p:cNvPr id="7" name="Rectangle 7"/>
          <p:cNvSpPr>
            <a:spLocks noGrp="1" noChangeArrowheads="1"/>
          </p:cNvSpPr>
          <p:nvPr>
            <p:ph type="sldNum" sz="quarter" idx="12"/>
          </p:nvPr>
        </p:nvSpPr>
        <p:spPr/>
        <p:txBody>
          <a:bodyPr/>
          <a:lstStyle>
            <a:lvl1pPr>
              <a:defRPr/>
            </a:lvl1pPr>
          </a:lstStyle>
          <a:p>
            <a:fld id="{17047A2B-0FC0-45D1-997B-0EA698C1E34B}" type="slidenum">
              <a:rPr lang="en-US" altLang="en-US"/>
              <a:pPr/>
              <a:t>‹#›</a:t>
            </a:fld>
            <a:endParaRPr lang="en-US" altLang="en-US"/>
          </a:p>
        </p:txBody>
      </p:sp>
    </p:spTree>
    <p:extLst>
      <p:ext uri="{BB962C8B-B14F-4D97-AF65-F5344CB8AC3E}">
        <p14:creationId xmlns:p14="http://schemas.microsoft.com/office/powerpoint/2010/main" val="289523163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2FCBBB10-9BA2-4311-ABBA-1EF40FC4C6BD}" type="slidenum">
              <a:rPr lang="en-US" altLang="en-US"/>
              <a:pPr/>
              <a:t>‹#›</a:t>
            </a:fld>
            <a:endParaRPr lang="en-US" altLang="en-US"/>
          </a:p>
        </p:txBody>
      </p:sp>
    </p:spTree>
    <p:extLst>
      <p:ext uri="{BB962C8B-B14F-4D97-AF65-F5344CB8AC3E}">
        <p14:creationId xmlns:p14="http://schemas.microsoft.com/office/powerpoint/2010/main" val="44982324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67A0DC53-CC71-48E1-9F4C-7661F9E8789F}" type="slidenum">
              <a:rPr lang="en-US" altLang="en-US"/>
              <a:pPr/>
              <a:t>‹#›</a:t>
            </a:fld>
            <a:endParaRPr lang="en-US" altLang="en-US"/>
          </a:p>
        </p:txBody>
      </p:sp>
    </p:spTree>
    <p:extLst>
      <p:ext uri="{BB962C8B-B14F-4D97-AF65-F5344CB8AC3E}">
        <p14:creationId xmlns:p14="http://schemas.microsoft.com/office/powerpoint/2010/main" val="200555394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2794F7AC-6C42-47CF-A113-4FBA74302549}" type="slidenum">
              <a:rPr lang="en-US" altLang="en-US"/>
              <a:pPr/>
              <a:t>‹#›</a:t>
            </a:fld>
            <a:endParaRPr lang="en-US" altLang="en-US"/>
          </a:p>
        </p:txBody>
      </p:sp>
    </p:spTree>
    <p:extLst>
      <p:ext uri="{BB962C8B-B14F-4D97-AF65-F5344CB8AC3E}">
        <p14:creationId xmlns:p14="http://schemas.microsoft.com/office/powerpoint/2010/main" val="137508624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5"/>
          <p:cNvSpPr>
            <a:spLocks noGrp="1" noChangeArrowheads="1"/>
          </p:cNvSpPr>
          <p:nvPr>
            <p:ph type="dt" sz="half" idx="10"/>
          </p:nvPr>
        </p:nvSpPr>
        <p:spPr>
          <a:ln/>
        </p:spPr>
        <p:txBody>
          <a:bodyPr/>
          <a:lstStyle>
            <a:lvl1pPr>
              <a:defRPr/>
            </a:lvl1pPr>
          </a:lstStyle>
          <a:p>
            <a:pPr>
              <a:defRPr/>
            </a:pPr>
            <a:endParaRPr lang="en-US"/>
          </a:p>
        </p:txBody>
      </p:sp>
      <p:sp>
        <p:nvSpPr>
          <p:cNvPr id="8" name="Rectangle 6"/>
          <p:cNvSpPr>
            <a:spLocks noGrp="1" noChangeArrowheads="1"/>
          </p:cNvSpPr>
          <p:nvPr>
            <p:ph type="ftr" sz="quarter" idx="11"/>
          </p:nvPr>
        </p:nvSpPr>
        <p:spPr>
          <a:ln/>
        </p:spPr>
        <p:txBody>
          <a:bodyPr/>
          <a:lstStyle>
            <a:lvl1pPr>
              <a:defRPr/>
            </a:lvl1pPr>
          </a:lstStyle>
          <a:p>
            <a:pPr>
              <a:defRPr/>
            </a:pPr>
            <a:endParaRPr lang="en-US"/>
          </a:p>
        </p:txBody>
      </p:sp>
      <p:sp>
        <p:nvSpPr>
          <p:cNvPr id="9" name="Rectangle 7"/>
          <p:cNvSpPr>
            <a:spLocks noGrp="1" noChangeArrowheads="1"/>
          </p:cNvSpPr>
          <p:nvPr>
            <p:ph type="sldNum" sz="quarter" idx="12"/>
          </p:nvPr>
        </p:nvSpPr>
        <p:spPr>
          <a:ln/>
        </p:spPr>
        <p:txBody>
          <a:bodyPr/>
          <a:lstStyle>
            <a:lvl1pPr>
              <a:defRPr/>
            </a:lvl1pPr>
          </a:lstStyle>
          <a:p>
            <a:fld id="{23527AF7-95CB-4DBE-B8E0-D856DCB4EAF2}" type="slidenum">
              <a:rPr lang="en-US" altLang="en-US"/>
              <a:pPr/>
              <a:t>‹#›</a:t>
            </a:fld>
            <a:endParaRPr lang="en-US" altLang="en-US"/>
          </a:p>
        </p:txBody>
      </p:sp>
    </p:spTree>
    <p:extLst>
      <p:ext uri="{BB962C8B-B14F-4D97-AF65-F5344CB8AC3E}">
        <p14:creationId xmlns:p14="http://schemas.microsoft.com/office/powerpoint/2010/main" val="380443275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p>
        </p:txBody>
      </p:sp>
      <p:sp>
        <p:nvSpPr>
          <p:cNvPr id="5" name="Rectangle 7"/>
          <p:cNvSpPr>
            <a:spLocks noGrp="1" noChangeArrowheads="1"/>
          </p:cNvSpPr>
          <p:nvPr>
            <p:ph type="sldNum" sz="quarter" idx="12"/>
          </p:nvPr>
        </p:nvSpPr>
        <p:spPr>
          <a:ln/>
        </p:spPr>
        <p:txBody>
          <a:bodyPr/>
          <a:lstStyle>
            <a:lvl1pPr>
              <a:defRPr/>
            </a:lvl1pPr>
          </a:lstStyle>
          <a:p>
            <a:fld id="{53CE5E6B-FE36-4471-A7CF-F540C3CB82BF}" type="slidenum">
              <a:rPr lang="en-US" altLang="en-US"/>
              <a:pPr/>
              <a:t>‹#›</a:t>
            </a:fld>
            <a:endParaRPr lang="en-US" altLang="en-US"/>
          </a:p>
        </p:txBody>
      </p:sp>
    </p:spTree>
    <p:extLst>
      <p:ext uri="{BB962C8B-B14F-4D97-AF65-F5344CB8AC3E}">
        <p14:creationId xmlns:p14="http://schemas.microsoft.com/office/powerpoint/2010/main" val="63209275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p>
        </p:txBody>
      </p:sp>
      <p:sp>
        <p:nvSpPr>
          <p:cNvPr id="3" name="Rectangle 6"/>
          <p:cNvSpPr>
            <a:spLocks noGrp="1" noChangeArrowheads="1"/>
          </p:cNvSpPr>
          <p:nvPr>
            <p:ph type="ftr" sz="quarter" idx="11"/>
          </p:nvPr>
        </p:nvSpPr>
        <p:spPr>
          <a:ln/>
        </p:spPr>
        <p:txBody>
          <a:bodyPr/>
          <a:lstStyle>
            <a:lvl1pPr>
              <a:defRPr/>
            </a:lvl1pPr>
          </a:lstStyle>
          <a:p>
            <a:pPr>
              <a:defRPr/>
            </a:pPr>
            <a:endParaRPr lang="en-US"/>
          </a:p>
        </p:txBody>
      </p:sp>
      <p:sp>
        <p:nvSpPr>
          <p:cNvPr id="4" name="Rectangle 7"/>
          <p:cNvSpPr>
            <a:spLocks noGrp="1" noChangeArrowheads="1"/>
          </p:cNvSpPr>
          <p:nvPr>
            <p:ph type="sldNum" sz="quarter" idx="12"/>
          </p:nvPr>
        </p:nvSpPr>
        <p:spPr>
          <a:ln/>
        </p:spPr>
        <p:txBody>
          <a:bodyPr/>
          <a:lstStyle>
            <a:lvl1pPr>
              <a:defRPr/>
            </a:lvl1pPr>
          </a:lstStyle>
          <a:p>
            <a:fld id="{B8FF800C-34D3-419E-BF22-43407FF0EFDE}" type="slidenum">
              <a:rPr lang="en-US" altLang="en-US"/>
              <a:pPr/>
              <a:t>‹#›</a:t>
            </a:fld>
            <a:endParaRPr lang="en-US" altLang="en-US"/>
          </a:p>
        </p:txBody>
      </p:sp>
    </p:spTree>
    <p:extLst>
      <p:ext uri="{BB962C8B-B14F-4D97-AF65-F5344CB8AC3E}">
        <p14:creationId xmlns:p14="http://schemas.microsoft.com/office/powerpoint/2010/main" val="4574227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0B7EE66A-AE96-4E68-8470-BFF358660964}" type="slidenum">
              <a:rPr lang="en-US" altLang="en-US"/>
              <a:pPr/>
              <a:t>‹#›</a:t>
            </a:fld>
            <a:endParaRPr lang="en-US" altLang="en-US"/>
          </a:p>
        </p:txBody>
      </p:sp>
    </p:spTree>
    <p:extLst>
      <p:ext uri="{BB962C8B-B14F-4D97-AF65-F5344CB8AC3E}">
        <p14:creationId xmlns:p14="http://schemas.microsoft.com/office/powerpoint/2010/main" val="22290924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803FE792-DD93-4556-A33E-384AFF124383}" type="slidenum">
              <a:rPr lang="en-US" altLang="en-US"/>
              <a:pPr/>
              <a:t>‹#›</a:t>
            </a:fld>
            <a:endParaRPr lang="en-US" altLang="en-US"/>
          </a:p>
        </p:txBody>
      </p:sp>
    </p:spTree>
    <p:extLst>
      <p:ext uri="{BB962C8B-B14F-4D97-AF65-F5344CB8AC3E}">
        <p14:creationId xmlns:p14="http://schemas.microsoft.com/office/powerpoint/2010/main" val="270501361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1580A78D-CE2D-4933-BEEE-A839992EE246}" type="slidenum">
              <a:rPr lang="en-US" altLang="en-US"/>
              <a:pPr/>
              <a:t>‹#›</a:t>
            </a:fld>
            <a:endParaRPr lang="en-US" altLang="en-US"/>
          </a:p>
        </p:txBody>
      </p:sp>
    </p:spTree>
    <p:extLst>
      <p:ext uri="{BB962C8B-B14F-4D97-AF65-F5344CB8AC3E}">
        <p14:creationId xmlns:p14="http://schemas.microsoft.com/office/powerpoint/2010/main" val="27017066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1E55BB05-B9FD-4E46-BEE9-29F692EEB5AC}" type="slidenum">
              <a:rPr lang="en-US" altLang="en-US"/>
              <a:pPr/>
              <a:t>‹#›</a:t>
            </a:fld>
            <a:endParaRPr lang="en-US" altLang="en-US"/>
          </a:p>
        </p:txBody>
      </p:sp>
    </p:spTree>
    <p:extLst>
      <p:ext uri="{BB962C8B-B14F-4D97-AF65-F5344CB8AC3E}">
        <p14:creationId xmlns:p14="http://schemas.microsoft.com/office/powerpoint/2010/main" val="227322369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9A6E9D5C-65AD-42B6-ACA5-0BFF7F60B195}" type="slidenum">
              <a:rPr lang="en-US" altLang="en-US"/>
              <a:pPr/>
              <a:t>‹#›</a:t>
            </a:fld>
            <a:endParaRPr lang="en-US" altLang="en-US"/>
          </a:p>
        </p:txBody>
      </p:sp>
    </p:spTree>
    <p:extLst>
      <p:ext uri="{BB962C8B-B14F-4D97-AF65-F5344CB8AC3E}">
        <p14:creationId xmlns:p14="http://schemas.microsoft.com/office/powerpoint/2010/main" val="3654070287"/>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344A12A-303A-486C-8942-96B34408467C}" type="slidenum">
              <a:rPr lang="en-US" altLang="en-US"/>
              <a:pPr/>
              <a:t>‹#›</a:t>
            </a:fld>
            <a:endParaRPr lang="en-US" altLang="en-US"/>
          </a:p>
        </p:txBody>
      </p:sp>
    </p:spTree>
    <p:extLst>
      <p:ext uri="{BB962C8B-B14F-4D97-AF65-F5344CB8AC3E}">
        <p14:creationId xmlns:p14="http://schemas.microsoft.com/office/powerpoint/2010/main" val="4251210947"/>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64D4F22F-10C0-4352-9561-FD54D264B5EC}" type="slidenum">
              <a:rPr lang="en-US" altLang="en-US"/>
              <a:pPr/>
              <a:t>‹#›</a:t>
            </a:fld>
            <a:endParaRPr lang="en-US" altLang="en-US"/>
          </a:p>
        </p:txBody>
      </p:sp>
    </p:spTree>
    <p:extLst>
      <p:ext uri="{BB962C8B-B14F-4D97-AF65-F5344CB8AC3E}">
        <p14:creationId xmlns:p14="http://schemas.microsoft.com/office/powerpoint/2010/main" val="2770639946"/>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E0049564-18B8-4444-A989-81796F841CB0}" type="slidenum">
              <a:rPr lang="en-US" altLang="en-US"/>
              <a:pPr/>
              <a:t>‹#›</a:t>
            </a:fld>
            <a:endParaRPr lang="en-US" altLang="en-US"/>
          </a:p>
        </p:txBody>
      </p:sp>
    </p:spTree>
    <p:extLst>
      <p:ext uri="{BB962C8B-B14F-4D97-AF65-F5344CB8AC3E}">
        <p14:creationId xmlns:p14="http://schemas.microsoft.com/office/powerpoint/2010/main" val="1553111026"/>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47960EA6-14C2-453B-B9A8-E75609E7AD0D}" type="slidenum">
              <a:rPr lang="en-US" altLang="en-US"/>
              <a:pPr/>
              <a:t>‹#›</a:t>
            </a:fld>
            <a:endParaRPr lang="en-US" altLang="en-US"/>
          </a:p>
        </p:txBody>
      </p:sp>
    </p:spTree>
    <p:extLst>
      <p:ext uri="{BB962C8B-B14F-4D97-AF65-F5344CB8AC3E}">
        <p14:creationId xmlns:p14="http://schemas.microsoft.com/office/powerpoint/2010/main" val="1202476001"/>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E8BFE5B5-0246-4542-B38E-CF714A4B9E76}" type="slidenum">
              <a:rPr lang="en-US" altLang="en-US"/>
              <a:pPr/>
              <a:t>‹#›</a:t>
            </a:fld>
            <a:endParaRPr lang="en-US" altLang="en-US"/>
          </a:p>
        </p:txBody>
      </p:sp>
    </p:spTree>
    <p:extLst>
      <p:ext uri="{BB962C8B-B14F-4D97-AF65-F5344CB8AC3E}">
        <p14:creationId xmlns:p14="http://schemas.microsoft.com/office/powerpoint/2010/main" val="3317391889"/>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8CBD503A-FF2C-4B18-A305-42A1F30D3788}" type="slidenum">
              <a:rPr lang="en-US" altLang="en-US"/>
              <a:pPr/>
              <a:t>‹#›</a:t>
            </a:fld>
            <a:endParaRPr lang="en-US" altLang="en-US"/>
          </a:p>
        </p:txBody>
      </p:sp>
    </p:spTree>
    <p:extLst>
      <p:ext uri="{BB962C8B-B14F-4D97-AF65-F5344CB8AC3E}">
        <p14:creationId xmlns:p14="http://schemas.microsoft.com/office/powerpoint/2010/main" val="2092839392"/>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B4C9AD22-1444-4D28-B488-9A59BAE0CF39}" type="slidenum">
              <a:rPr lang="en-US" altLang="en-US"/>
              <a:pPr/>
              <a:t>‹#›</a:t>
            </a:fld>
            <a:endParaRPr lang="en-US" altLang="en-US"/>
          </a:p>
        </p:txBody>
      </p:sp>
    </p:spTree>
    <p:extLst>
      <p:ext uri="{BB962C8B-B14F-4D97-AF65-F5344CB8AC3E}">
        <p14:creationId xmlns:p14="http://schemas.microsoft.com/office/powerpoint/2010/main" val="1247391377"/>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FF0510F1-8595-462E-B04D-96A7D4C57701}" type="slidenum">
              <a:rPr lang="en-US" altLang="en-US"/>
              <a:pPr/>
              <a:t>‹#›</a:t>
            </a:fld>
            <a:endParaRPr lang="en-US" altLang="en-US"/>
          </a:p>
        </p:txBody>
      </p:sp>
    </p:spTree>
    <p:extLst>
      <p:ext uri="{BB962C8B-B14F-4D97-AF65-F5344CB8AC3E}">
        <p14:creationId xmlns:p14="http://schemas.microsoft.com/office/powerpoint/2010/main" val="1250755638"/>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F463DB43-801A-455F-8D7D-51F2277E5050}" type="slidenum">
              <a:rPr lang="en-US" altLang="en-US"/>
              <a:pPr/>
              <a:t>‹#›</a:t>
            </a:fld>
            <a:endParaRPr lang="en-US" altLang="en-US"/>
          </a:p>
        </p:txBody>
      </p:sp>
    </p:spTree>
    <p:extLst>
      <p:ext uri="{BB962C8B-B14F-4D97-AF65-F5344CB8AC3E}">
        <p14:creationId xmlns:p14="http://schemas.microsoft.com/office/powerpoint/2010/main" val="1515103385"/>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228600"/>
            <a:ext cx="2135187" cy="5870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228600"/>
            <a:ext cx="6253163" cy="58705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4D7C7494-60A7-4CDD-8707-EA44F9998698}" type="slidenum">
              <a:rPr lang="en-US" altLang="en-US"/>
              <a:pPr/>
              <a:t>‹#›</a:t>
            </a:fld>
            <a:endParaRPr lang="en-US" altLang="en-US"/>
          </a:p>
        </p:txBody>
      </p:sp>
    </p:spTree>
    <p:extLst>
      <p:ext uri="{BB962C8B-B14F-4D97-AF65-F5344CB8AC3E}">
        <p14:creationId xmlns:p14="http://schemas.microsoft.com/office/powerpoint/2010/main" val="16715476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image" Target="../media/image1.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image" Target="../media/image2.png"/><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6.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image" Target="../media/image3.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image" Target="../media/image1.jpeg"/><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7.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89FA8AED-463D-477D-B712-8602238EAA6A}"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74" name="Group 2"/>
          <p:cNvGrpSpPr>
            <a:grpSpLocks/>
          </p:cNvGrpSpPr>
          <p:nvPr/>
        </p:nvGrpSpPr>
        <p:grpSpPr bwMode="auto">
          <a:xfrm>
            <a:off x="6303963" y="0"/>
            <a:ext cx="2840037" cy="3254375"/>
            <a:chOff x="3115" y="0"/>
            <a:chExt cx="2170" cy="2486"/>
          </a:xfrm>
        </p:grpSpPr>
        <p:grpSp>
          <p:nvGrpSpPr>
            <p:cNvPr id="3080" name="Group 3"/>
            <p:cNvGrpSpPr>
              <a:grpSpLocks/>
            </p:cNvGrpSpPr>
            <p:nvPr/>
          </p:nvGrpSpPr>
          <p:grpSpPr bwMode="auto">
            <a:xfrm>
              <a:off x="4080" y="1910"/>
              <a:ext cx="768" cy="576"/>
              <a:chOff x="0" y="0"/>
              <a:chExt cx="768" cy="576"/>
            </a:xfrm>
          </p:grpSpPr>
          <p:sp>
            <p:nvSpPr>
              <p:cNvPr id="38916" name="Oval 4"/>
              <p:cNvSpPr>
                <a:spLocks noChangeArrowheads="1"/>
              </p:cNvSpPr>
              <p:nvPr/>
            </p:nvSpPr>
            <p:spPr bwMode="hidden">
              <a:xfrm>
                <a:off x="3"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17" name="Oval 5"/>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1" name="Group 6"/>
            <p:cNvGrpSpPr>
              <a:grpSpLocks/>
            </p:cNvGrpSpPr>
            <p:nvPr/>
          </p:nvGrpSpPr>
          <p:grpSpPr bwMode="auto">
            <a:xfrm>
              <a:off x="4257" y="1103"/>
              <a:ext cx="768" cy="576"/>
              <a:chOff x="0" y="0"/>
              <a:chExt cx="768" cy="576"/>
            </a:xfrm>
          </p:grpSpPr>
          <p:sp>
            <p:nvSpPr>
              <p:cNvPr id="38919" name="Oval 7"/>
              <p:cNvSpPr>
                <a:spLocks noChangeArrowheads="1"/>
              </p:cNvSpPr>
              <p:nvPr/>
            </p:nvSpPr>
            <p:spPr bwMode="hidden">
              <a:xfrm>
                <a:off x="-3" y="3"/>
                <a:ext cx="771"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0" name="Oval 8"/>
              <p:cNvSpPr>
                <a:spLocks noChangeArrowheads="1"/>
              </p:cNvSpPr>
              <p:nvPr/>
            </p:nvSpPr>
            <p:spPr bwMode="hidden">
              <a:xfrm>
                <a:off x="276" y="254"/>
                <a:ext cx="186" cy="109"/>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2" name="Group 9"/>
            <p:cNvGrpSpPr>
              <a:grpSpLocks/>
            </p:cNvGrpSpPr>
            <p:nvPr/>
          </p:nvGrpSpPr>
          <p:grpSpPr bwMode="auto">
            <a:xfrm>
              <a:off x="3134" y="0"/>
              <a:ext cx="768" cy="576"/>
              <a:chOff x="0" y="0"/>
              <a:chExt cx="768" cy="576"/>
            </a:xfrm>
          </p:grpSpPr>
          <p:sp>
            <p:nvSpPr>
              <p:cNvPr id="38922" name="Oval 10"/>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3" name="Oval 11"/>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3" name="Group 12"/>
            <p:cNvGrpSpPr>
              <a:grpSpLocks/>
            </p:cNvGrpSpPr>
            <p:nvPr/>
          </p:nvGrpSpPr>
          <p:grpSpPr bwMode="auto">
            <a:xfrm>
              <a:off x="3115" y="0"/>
              <a:ext cx="2170" cy="1702"/>
              <a:chOff x="3115" y="0"/>
              <a:chExt cx="2170" cy="1702"/>
            </a:xfrm>
          </p:grpSpPr>
          <p:grpSp>
            <p:nvGrpSpPr>
              <p:cNvPr id="3084" name="Group 13"/>
              <p:cNvGrpSpPr>
                <a:grpSpLocks/>
              </p:cNvGrpSpPr>
              <p:nvPr/>
            </p:nvGrpSpPr>
            <p:grpSpPr bwMode="auto">
              <a:xfrm>
                <a:off x="3640" y="308"/>
                <a:ext cx="1145" cy="844"/>
                <a:chOff x="1265" y="814"/>
                <a:chExt cx="2919" cy="2151"/>
              </a:xfrm>
            </p:grpSpPr>
            <p:sp>
              <p:nvSpPr>
                <p:cNvPr id="38926" name="Oval 14"/>
                <p:cNvSpPr>
                  <a:spLocks noChangeArrowheads="1"/>
                </p:cNvSpPr>
                <p:nvPr/>
              </p:nvSpPr>
              <p:spPr bwMode="hidden">
                <a:xfrm>
                  <a:off x="1266" y="814"/>
                  <a:ext cx="2919" cy="2151"/>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7" name="Oval 15"/>
                <p:cNvSpPr>
                  <a:spLocks noChangeArrowheads="1"/>
                </p:cNvSpPr>
                <p:nvPr/>
              </p:nvSpPr>
              <p:spPr bwMode="hidden">
                <a:xfrm>
                  <a:off x="2382" y="1602"/>
                  <a:ext cx="578" cy="405"/>
                </a:xfrm>
                <a:prstGeom prst="ellipse">
                  <a:avLst/>
                </a:prstGeom>
                <a:gradFill rotWithShape="0">
                  <a:gsLst>
                    <a:gs pos="0">
                      <a:schemeClr val="accent2"/>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5" name="Group 16"/>
              <p:cNvGrpSpPr>
                <a:grpSpLocks/>
              </p:cNvGrpSpPr>
              <p:nvPr/>
            </p:nvGrpSpPr>
            <p:grpSpPr bwMode="auto">
              <a:xfrm>
                <a:off x="3115" y="0"/>
                <a:ext cx="2145" cy="1702"/>
                <a:chOff x="3115" y="0"/>
                <a:chExt cx="2145" cy="1702"/>
              </a:xfrm>
            </p:grpSpPr>
            <p:grpSp>
              <p:nvGrpSpPr>
                <p:cNvPr id="3108" name="Group 17"/>
                <p:cNvGrpSpPr>
                  <a:grpSpLocks/>
                </p:cNvGrpSpPr>
                <p:nvPr/>
              </p:nvGrpSpPr>
              <p:grpSpPr bwMode="auto">
                <a:xfrm>
                  <a:off x="4505" y="589"/>
                  <a:ext cx="493" cy="912"/>
                  <a:chOff x="3471" y="1530"/>
                  <a:chExt cx="1258" cy="2327"/>
                </a:xfrm>
              </p:grpSpPr>
              <p:sp>
                <p:nvSpPr>
                  <p:cNvPr id="38930" name="Freeform 18"/>
                  <p:cNvSpPr>
                    <a:spLocks/>
                  </p:cNvSpPr>
                  <p:nvPr/>
                </p:nvSpPr>
                <p:spPr bwMode="hidden">
                  <a:xfrm rot="2711884">
                    <a:off x="2772" y="2236"/>
                    <a:ext cx="1711"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8931" name="Freeform 19"/>
                  <p:cNvSpPr>
                    <a:spLocks/>
                  </p:cNvSpPr>
                  <p:nvPr/>
                </p:nvSpPr>
                <p:spPr bwMode="hidden">
                  <a:xfrm rot="2711884">
                    <a:off x="4024" y="3144"/>
                    <a:ext cx="916" cy="4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09" name="Group 20"/>
                <p:cNvGrpSpPr>
                  <a:grpSpLocks/>
                </p:cNvGrpSpPr>
                <p:nvPr/>
              </p:nvGrpSpPr>
              <p:grpSpPr bwMode="auto">
                <a:xfrm>
                  <a:off x="4267" y="781"/>
                  <a:ext cx="966" cy="522"/>
                  <a:chOff x="2864" y="2019"/>
                  <a:chExt cx="2463" cy="1332"/>
                </a:xfrm>
              </p:grpSpPr>
              <p:sp>
                <p:nvSpPr>
                  <p:cNvPr id="38933" name="Freeform 21"/>
                  <p:cNvSpPr>
                    <a:spLocks/>
                  </p:cNvSpPr>
                  <p:nvPr/>
                </p:nvSpPr>
                <p:spPr bwMode="hidden">
                  <a:xfrm rot="2104081">
                    <a:off x="2865" y="2019"/>
                    <a:ext cx="1812" cy="3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34" name="Freeform 22"/>
                  <p:cNvSpPr>
                    <a:spLocks/>
                  </p:cNvSpPr>
                  <p:nvPr/>
                </p:nvSpPr>
                <p:spPr bwMode="hidden">
                  <a:xfrm rot="2104081">
                    <a:off x="4352" y="2805"/>
                    <a:ext cx="974" cy="5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0" name="Group 23"/>
                <p:cNvGrpSpPr>
                  <a:grpSpLocks/>
                </p:cNvGrpSpPr>
                <p:nvPr/>
              </p:nvGrpSpPr>
              <p:grpSpPr bwMode="auto">
                <a:xfrm>
                  <a:off x="4280" y="707"/>
                  <a:ext cx="971" cy="417"/>
                  <a:chOff x="2897" y="1832"/>
                  <a:chExt cx="2477" cy="1064"/>
                </a:xfrm>
              </p:grpSpPr>
              <p:sp>
                <p:nvSpPr>
                  <p:cNvPr id="38936" name="Freeform 24"/>
                  <p:cNvSpPr>
                    <a:spLocks/>
                  </p:cNvSpPr>
                  <p:nvPr/>
                </p:nvSpPr>
                <p:spPr bwMode="hidden">
                  <a:xfrm rot="1582915">
                    <a:off x="2896" y="1832"/>
                    <a:ext cx="1736" cy="30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37" name="Freeform 25"/>
                  <p:cNvSpPr>
                    <a:spLocks/>
                  </p:cNvSpPr>
                  <p:nvPr/>
                </p:nvSpPr>
                <p:spPr bwMode="hidden">
                  <a:xfrm rot="1582915">
                    <a:off x="4443" y="2420"/>
                    <a:ext cx="931" cy="47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1" name="Group 26"/>
                <p:cNvGrpSpPr>
                  <a:grpSpLocks/>
                </p:cNvGrpSpPr>
                <p:nvPr/>
              </p:nvGrpSpPr>
              <p:grpSpPr bwMode="auto">
                <a:xfrm>
                  <a:off x="4291" y="630"/>
                  <a:ext cx="969" cy="364"/>
                  <a:chOff x="2924" y="1636"/>
                  <a:chExt cx="2472" cy="927"/>
                </a:xfrm>
              </p:grpSpPr>
              <p:sp>
                <p:nvSpPr>
                  <p:cNvPr id="38939" name="Freeform 27"/>
                  <p:cNvSpPr>
                    <a:spLocks/>
                  </p:cNvSpPr>
                  <p:nvPr/>
                </p:nvSpPr>
                <p:spPr bwMode="hidden">
                  <a:xfrm rot="1080363">
                    <a:off x="2913" y="1625"/>
                    <a:ext cx="1677" cy="33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0" name="Freeform 28"/>
                  <p:cNvSpPr>
                    <a:spLocks/>
                  </p:cNvSpPr>
                  <p:nvPr/>
                </p:nvSpPr>
                <p:spPr bwMode="hidden">
                  <a:xfrm rot="1080363">
                    <a:off x="4488" y="2030"/>
                    <a:ext cx="897" cy="5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2" name="Group 29"/>
                <p:cNvGrpSpPr>
                  <a:grpSpLocks/>
                </p:cNvGrpSpPr>
                <p:nvPr/>
              </p:nvGrpSpPr>
              <p:grpSpPr bwMode="auto">
                <a:xfrm>
                  <a:off x="4304" y="543"/>
                  <a:ext cx="918" cy="258"/>
                  <a:chOff x="2958" y="1414"/>
                  <a:chExt cx="2342" cy="657"/>
                </a:xfrm>
              </p:grpSpPr>
              <p:sp>
                <p:nvSpPr>
                  <p:cNvPr id="38942" name="Freeform 30"/>
                  <p:cNvSpPr>
                    <a:spLocks/>
                  </p:cNvSpPr>
                  <p:nvPr/>
                </p:nvSpPr>
                <p:spPr bwMode="hidden">
                  <a:xfrm rot="463793">
                    <a:off x="2957" y="1415"/>
                    <a:ext cx="1544"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3" name="Freeform 31"/>
                  <p:cNvSpPr>
                    <a:spLocks/>
                  </p:cNvSpPr>
                  <p:nvPr/>
                </p:nvSpPr>
                <p:spPr bwMode="hidden">
                  <a:xfrm rot="463793">
                    <a:off x="4470" y="1581"/>
                    <a:ext cx="829" cy="47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3" name="Group 32"/>
                <p:cNvGrpSpPr>
                  <a:grpSpLocks/>
                </p:cNvGrpSpPr>
                <p:nvPr/>
              </p:nvGrpSpPr>
              <p:grpSpPr bwMode="auto">
                <a:xfrm>
                  <a:off x="4314" y="487"/>
                  <a:ext cx="843" cy="134"/>
                  <a:chOff x="2983" y="1269"/>
                  <a:chExt cx="2150" cy="343"/>
                </a:xfrm>
              </p:grpSpPr>
              <p:sp>
                <p:nvSpPr>
                  <p:cNvPr id="38945" name="Freeform 33"/>
                  <p:cNvSpPr>
                    <a:spLocks/>
                  </p:cNvSpPr>
                  <p:nvPr/>
                </p:nvSpPr>
                <p:spPr bwMode="hidden">
                  <a:xfrm rot="-84182">
                    <a:off x="2982" y="1286"/>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6" name="Freeform 34"/>
                  <p:cNvSpPr>
                    <a:spLocks/>
                  </p:cNvSpPr>
                  <p:nvPr/>
                </p:nvSpPr>
                <p:spPr bwMode="hidden">
                  <a:xfrm rot="-84182">
                    <a:off x="4377" y="1258"/>
                    <a:ext cx="755" cy="35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4" name="Group 35"/>
                <p:cNvGrpSpPr>
                  <a:grpSpLocks/>
                </p:cNvGrpSpPr>
                <p:nvPr/>
              </p:nvGrpSpPr>
              <p:grpSpPr bwMode="auto">
                <a:xfrm>
                  <a:off x="4296" y="349"/>
                  <a:ext cx="737" cy="167"/>
                  <a:chOff x="2938" y="917"/>
                  <a:chExt cx="1879" cy="427"/>
                </a:xfrm>
              </p:grpSpPr>
              <p:sp>
                <p:nvSpPr>
                  <p:cNvPr id="38948" name="Freeform 36"/>
                  <p:cNvSpPr>
                    <a:spLocks/>
                  </p:cNvSpPr>
                  <p:nvPr/>
                </p:nvSpPr>
                <p:spPr bwMode="hidden">
                  <a:xfrm rot="-802576">
                    <a:off x="2927" y="1128"/>
                    <a:ext cx="1243" cy="20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9" name="Freeform 37"/>
                  <p:cNvSpPr>
                    <a:spLocks/>
                  </p:cNvSpPr>
                  <p:nvPr/>
                </p:nvSpPr>
                <p:spPr bwMode="hidden">
                  <a:xfrm rot="-802576">
                    <a:off x="4148" y="918"/>
                    <a:ext cx="668"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5" name="Group 38"/>
                <p:cNvGrpSpPr>
                  <a:grpSpLocks/>
                </p:cNvGrpSpPr>
                <p:nvPr/>
              </p:nvGrpSpPr>
              <p:grpSpPr bwMode="auto">
                <a:xfrm>
                  <a:off x="3394" y="637"/>
                  <a:ext cx="493" cy="912"/>
                  <a:chOff x="637" y="1653"/>
                  <a:chExt cx="1257" cy="2326"/>
                </a:xfrm>
              </p:grpSpPr>
              <p:sp>
                <p:nvSpPr>
                  <p:cNvPr id="38951" name="Freeform 39"/>
                  <p:cNvSpPr>
                    <a:spLocks/>
                  </p:cNvSpPr>
                  <p:nvPr/>
                </p:nvSpPr>
                <p:spPr bwMode="hidden">
                  <a:xfrm rot="18888116" flipH="1">
                    <a:off x="875" y="2348"/>
                    <a:ext cx="1723"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2" name="Freeform 40"/>
                  <p:cNvSpPr>
                    <a:spLocks/>
                  </p:cNvSpPr>
                  <p:nvPr/>
                </p:nvSpPr>
                <p:spPr bwMode="hidden">
                  <a:xfrm rot="18888116" flipH="1">
                    <a:off x="419" y="3271"/>
                    <a:ext cx="92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6" name="Group 41"/>
                <p:cNvGrpSpPr>
                  <a:grpSpLocks/>
                </p:cNvGrpSpPr>
                <p:nvPr/>
              </p:nvGrpSpPr>
              <p:grpSpPr bwMode="auto">
                <a:xfrm>
                  <a:off x="3142" y="850"/>
                  <a:ext cx="966" cy="522"/>
                  <a:chOff x="-5" y="2196"/>
                  <a:chExt cx="2463" cy="1332"/>
                </a:xfrm>
              </p:grpSpPr>
              <p:sp>
                <p:nvSpPr>
                  <p:cNvPr id="38954" name="Freeform 42"/>
                  <p:cNvSpPr>
                    <a:spLocks/>
                  </p:cNvSpPr>
                  <p:nvPr/>
                </p:nvSpPr>
                <p:spPr bwMode="hidden">
                  <a:xfrm rot="19495919" flipH="1">
                    <a:off x="644" y="2196"/>
                    <a:ext cx="1803" cy="3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5" name="Freeform 43"/>
                  <p:cNvSpPr>
                    <a:spLocks/>
                  </p:cNvSpPr>
                  <p:nvPr/>
                </p:nvSpPr>
                <p:spPr bwMode="hidden">
                  <a:xfrm rot="19495919" flipH="1">
                    <a:off x="-6" y="2982"/>
                    <a:ext cx="968" cy="5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7" name="Group 44"/>
                <p:cNvGrpSpPr>
                  <a:grpSpLocks/>
                </p:cNvGrpSpPr>
                <p:nvPr/>
              </p:nvGrpSpPr>
              <p:grpSpPr bwMode="auto">
                <a:xfrm>
                  <a:off x="3124" y="777"/>
                  <a:ext cx="971" cy="417"/>
                  <a:chOff x="-52" y="2009"/>
                  <a:chExt cx="2477" cy="1064"/>
                </a:xfrm>
              </p:grpSpPr>
              <p:sp>
                <p:nvSpPr>
                  <p:cNvPr id="38957" name="Freeform 45"/>
                  <p:cNvSpPr>
                    <a:spLocks/>
                  </p:cNvSpPr>
                  <p:nvPr/>
                </p:nvSpPr>
                <p:spPr bwMode="hidden">
                  <a:xfrm rot="20017085" flipH="1">
                    <a:off x="689" y="2010"/>
                    <a:ext cx="1736" cy="30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8" name="Freeform 46"/>
                  <p:cNvSpPr>
                    <a:spLocks/>
                  </p:cNvSpPr>
                  <p:nvPr/>
                </p:nvSpPr>
                <p:spPr bwMode="hidden">
                  <a:xfrm rot="20017085" flipH="1">
                    <a:off x="-53" y="2598"/>
                    <a:ext cx="931" cy="46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8" name="Group 47"/>
                <p:cNvGrpSpPr>
                  <a:grpSpLocks/>
                </p:cNvGrpSpPr>
                <p:nvPr/>
              </p:nvGrpSpPr>
              <p:grpSpPr bwMode="auto">
                <a:xfrm>
                  <a:off x="3115" y="700"/>
                  <a:ext cx="969" cy="363"/>
                  <a:chOff x="-74" y="1813"/>
                  <a:chExt cx="2472" cy="927"/>
                </a:xfrm>
              </p:grpSpPr>
              <p:sp>
                <p:nvSpPr>
                  <p:cNvPr id="38960" name="Freeform 48"/>
                  <p:cNvSpPr>
                    <a:spLocks/>
                  </p:cNvSpPr>
                  <p:nvPr/>
                </p:nvSpPr>
                <p:spPr bwMode="hidden">
                  <a:xfrm rot="20519637" flipH="1">
                    <a:off x="721" y="1812"/>
                    <a:ext cx="1677" cy="32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1" name="Freeform 49"/>
                  <p:cNvSpPr>
                    <a:spLocks/>
                  </p:cNvSpPr>
                  <p:nvPr/>
                </p:nvSpPr>
                <p:spPr bwMode="hidden">
                  <a:xfrm rot="20519637" flipH="1">
                    <a:off x="-74" y="2212"/>
                    <a:ext cx="900" cy="51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9" name="Group 50"/>
                <p:cNvGrpSpPr>
                  <a:grpSpLocks/>
                </p:cNvGrpSpPr>
                <p:nvPr/>
              </p:nvGrpSpPr>
              <p:grpSpPr bwMode="auto">
                <a:xfrm>
                  <a:off x="3153" y="613"/>
                  <a:ext cx="918" cy="257"/>
                  <a:chOff x="22" y="1591"/>
                  <a:chExt cx="2342" cy="657"/>
                </a:xfrm>
              </p:grpSpPr>
              <p:sp>
                <p:nvSpPr>
                  <p:cNvPr id="38963" name="Freeform 51"/>
                  <p:cNvSpPr>
                    <a:spLocks/>
                  </p:cNvSpPr>
                  <p:nvPr/>
                </p:nvSpPr>
                <p:spPr bwMode="hidden">
                  <a:xfrm rot="21136207" flipH="1">
                    <a:off x="819" y="1580"/>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4" name="Freeform 52"/>
                  <p:cNvSpPr>
                    <a:spLocks/>
                  </p:cNvSpPr>
                  <p:nvPr/>
                </p:nvSpPr>
                <p:spPr bwMode="hidden">
                  <a:xfrm rot="21136207" flipH="1">
                    <a:off x="21" y="1757"/>
                    <a:ext cx="829"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20" name="Group 53"/>
                <p:cNvGrpSpPr>
                  <a:grpSpLocks/>
                </p:cNvGrpSpPr>
                <p:nvPr/>
              </p:nvGrpSpPr>
              <p:grpSpPr bwMode="auto">
                <a:xfrm>
                  <a:off x="3218" y="556"/>
                  <a:ext cx="843" cy="134"/>
                  <a:chOff x="189" y="1446"/>
                  <a:chExt cx="2150" cy="343"/>
                </a:xfrm>
              </p:grpSpPr>
              <p:sp>
                <p:nvSpPr>
                  <p:cNvPr id="38966" name="Freeform 54"/>
                  <p:cNvSpPr>
                    <a:spLocks/>
                  </p:cNvSpPr>
                  <p:nvPr/>
                </p:nvSpPr>
                <p:spPr bwMode="hidden">
                  <a:xfrm rot="84182" flipH="1">
                    <a:off x="935" y="1463"/>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7" name="Freeform 55"/>
                  <p:cNvSpPr>
                    <a:spLocks/>
                  </p:cNvSpPr>
                  <p:nvPr/>
                </p:nvSpPr>
                <p:spPr bwMode="hidden">
                  <a:xfrm rot="84182" flipH="1">
                    <a:off x="189" y="1435"/>
                    <a:ext cx="755" cy="35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21" name="Group 56"/>
                <p:cNvGrpSpPr>
                  <a:grpSpLocks/>
                </p:cNvGrpSpPr>
                <p:nvPr/>
              </p:nvGrpSpPr>
              <p:grpSpPr bwMode="auto">
                <a:xfrm>
                  <a:off x="3342" y="418"/>
                  <a:ext cx="737" cy="167"/>
                  <a:chOff x="505" y="1094"/>
                  <a:chExt cx="1879" cy="427"/>
                </a:xfrm>
              </p:grpSpPr>
              <p:sp>
                <p:nvSpPr>
                  <p:cNvPr id="38969" name="Freeform 57"/>
                  <p:cNvSpPr>
                    <a:spLocks/>
                  </p:cNvSpPr>
                  <p:nvPr/>
                </p:nvSpPr>
                <p:spPr bwMode="hidden">
                  <a:xfrm rot="802576" flipH="1">
                    <a:off x="1151" y="1306"/>
                    <a:ext cx="1234" cy="2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0" name="Freeform 58"/>
                  <p:cNvSpPr>
                    <a:spLocks/>
                  </p:cNvSpPr>
                  <p:nvPr/>
                </p:nvSpPr>
                <p:spPr bwMode="hidden">
                  <a:xfrm rot="802576" flipH="1">
                    <a:off x="505" y="1095"/>
                    <a:ext cx="662"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2" name="Group 59"/>
                <p:cNvGrpSpPr>
                  <a:grpSpLocks/>
                </p:cNvGrpSpPr>
                <p:nvPr/>
              </p:nvGrpSpPr>
              <p:grpSpPr bwMode="auto">
                <a:xfrm>
                  <a:off x="3386" y="341"/>
                  <a:ext cx="725" cy="218"/>
                  <a:chOff x="616" y="899"/>
                  <a:chExt cx="1850" cy="554"/>
                </a:xfrm>
              </p:grpSpPr>
              <p:sp>
                <p:nvSpPr>
                  <p:cNvPr id="38972" name="Freeform 60"/>
                  <p:cNvSpPr>
                    <a:spLocks/>
                  </p:cNvSpPr>
                  <p:nvPr/>
                </p:nvSpPr>
                <p:spPr bwMode="hidden">
                  <a:xfrm rot="1277471" flipH="1">
                    <a:off x="1231" y="1237"/>
                    <a:ext cx="1235"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3" name="Freeform 61"/>
                  <p:cNvSpPr>
                    <a:spLocks/>
                  </p:cNvSpPr>
                  <p:nvPr/>
                </p:nvSpPr>
                <p:spPr bwMode="hidden">
                  <a:xfrm rot="1277471" flipH="1">
                    <a:off x="615" y="898"/>
                    <a:ext cx="66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3" name="Group 62"/>
                <p:cNvGrpSpPr>
                  <a:grpSpLocks/>
                </p:cNvGrpSpPr>
                <p:nvPr/>
              </p:nvGrpSpPr>
              <p:grpSpPr bwMode="auto">
                <a:xfrm>
                  <a:off x="3472" y="231"/>
                  <a:ext cx="693" cy="291"/>
                  <a:chOff x="3472" y="231"/>
                  <a:chExt cx="693" cy="291"/>
                </a:xfrm>
              </p:grpSpPr>
              <p:sp>
                <p:nvSpPr>
                  <p:cNvPr id="38975" name="Freeform 63"/>
                  <p:cNvSpPr>
                    <a:spLocks/>
                  </p:cNvSpPr>
                  <p:nvPr/>
                </p:nvSpPr>
                <p:spPr bwMode="hidden">
                  <a:xfrm rot="2028410" flipH="1">
                    <a:off x="3679" y="438"/>
                    <a:ext cx="483" cy="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6" name="Freeform 64"/>
                  <p:cNvSpPr>
                    <a:spLocks/>
                  </p:cNvSpPr>
                  <p:nvPr/>
                </p:nvSpPr>
                <p:spPr bwMode="hidden">
                  <a:xfrm rot="2028410" flipH="1">
                    <a:off x="3472" y="228"/>
                    <a:ext cx="260" cy="13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4" name="Group 65"/>
                <p:cNvGrpSpPr>
                  <a:grpSpLocks/>
                </p:cNvGrpSpPr>
                <p:nvPr/>
              </p:nvGrpSpPr>
              <p:grpSpPr bwMode="auto">
                <a:xfrm>
                  <a:off x="3554" y="118"/>
                  <a:ext cx="664" cy="349"/>
                  <a:chOff x="3554" y="118"/>
                  <a:chExt cx="664" cy="349"/>
                </a:xfrm>
              </p:grpSpPr>
              <p:sp>
                <p:nvSpPr>
                  <p:cNvPr id="38978" name="Freeform 66"/>
                  <p:cNvSpPr>
                    <a:spLocks/>
                  </p:cNvSpPr>
                  <p:nvPr/>
                </p:nvSpPr>
                <p:spPr bwMode="hidden">
                  <a:xfrm rot="2664424" flipH="1">
                    <a:off x="3728" y="383"/>
                    <a:ext cx="490" cy="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9" name="Freeform 67"/>
                  <p:cNvSpPr>
                    <a:spLocks/>
                  </p:cNvSpPr>
                  <p:nvPr/>
                </p:nvSpPr>
                <p:spPr bwMode="hidden">
                  <a:xfrm rot="2664424" flipH="1">
                    <a:off x="3554" y="118"/>
                    <a:ext cx="263" cy="13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5" name="Group 68"/>
                <p:cNvGrpSpPr>
                  <a:grpSpLocks/>
                </p:cNvGrpSpPr>
                <p:nvPr/>
              </p:nvGrpSpPr>
              <p:grpSpPr bwMode="auto">
                <a:xfrm>
                  <a:off x="3784" y="30"/>
                  <a:ext cx="305" cy="593"/>
                  <a:chOff x="1633" y="104"/>
                  <a:chExt cx="778" cy="1512"/>
                </a:xfrm>
              </p:grpSpPr>
              <p:sp>
                <p:nvSpPr>
                  <p:cNvPr id="38981" name="Freeform 69"/>
                  <p:cNvSpPr>
                    <a:spLocks/>
                  </p:cNvSpPr>
                  <p:nvPr/>
                </p:nvSpPr>
                <p:spPr bwMode="hidden">
                  <a:xfrm rot="3473776" flipH="1">
                    <a:off x="1752" y="958"/>
                    <a:ext cx="1101" cy="21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2" name="Freeform 70"/>
                  <p:cNvSpPr>
                    <a:spLocks/>
                  </p:cNvSpPr>
                  <p:nvPr/>
                </p:nvSpPr>
                <p:spPr bwMode="hidden">
                  <a:xfrm rot="3473776" flipH="1">
                    <a:off x="1505" y="231"/>
                    <a:ext cx="591"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6" name="Group 71"/>
                <p:cNvGrpSpPr>
                  <a:grpSpLocks/>
                </p:cNvGrpSpPr>
                <p:nvPr/>
              </p:nvGrpSpPr>
              <p:grpSpPr bwMode="auto">
                <a:xfrm>
                  <a:off x="3903" y="0"/>
                  <a:ext cx="248" cy="601"/>
                  <a:chOff x="1935" y="28"/>
                  <a:chExt cx="634" cy="1534"/>
                </a:xfrm>
              </p:grpSpPr>
              <p:sp>
                <p:nvSpPr>
                  <p:cNvPr id="38984" name="Freeform 72"/>
                  <p:cNvSpPr>
                    <a:spLocks/>
                  </p:cNvSpPr>
                  <p:nvPr/>
                </p:nvSpPr>
                <p:spPr bwMode="hidden">
                  <a:xfrm rot="4126480" flipH="1">
                    <a:off x="1937" y="919"/>
                    <a:ext cx="1049" cy="2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5" name="Freeform 73"/>
                  <p:cNvSpPr>
                    <a:spLocks/>
                  </p:cNvSpPr>
                  <p:nvPr/>
                </p:nvSpPr>
                <p:spPr bwMode="hidden">
                  <a:xfrm rot="4126480" flipH="1">
                    <a:off x="1820" y="144"/>
                    <a:ext cx="570" cy="33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7" name="Group 74"/>
                <p:cNvGrpSpPr>
                  <a:grpSpLocks/>
                </p:cNvGrpSpPr>
                <p:nvPr/>
              </p:nvGrpSpPr>
              <p:grpSpPr bwMode="auto">
                <a:xfrm>
                  <a:off x="4251" y="252"/>
                  <a:ext cx="723" cy="222"/>
                  <a:chOff x="2822" y="672"/>
                  <a:chExt cx="1845" cy="566"/>
                </a:xfrm>
              </p:grpSpPr>
              <p:sp>
                <p:nvSpPr>
                  <p:cNvPr id="38987" name="Freeform 75"/>
                  <p:cNvSpPr>
                    <a:spLocks/>
                  </p:cNvSpPr>
                  <p:nvPr/>
                </p:nvSpPr>
                <p:spPr bwMode="hidden">
                  <a:xfrm rot="-1325434">
                    <a:off x="2811" y="1022"/>
                    <a:ext cx="1232"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8" name="Freeform 76"/>
                  <p:cNvSpPr>
                    <a:spLocks/>
                  </p:cNvSpPr>
                  <p:nvPr/>
                </p:nvSpPr>
                <p:spPr bwMode="hidden">
                  <a:xfrm rot="-1325434">
                    <a:off x="4003" y="673"/>
                    <a:ext cx="653"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28" name="Group 77"/>
                <p:cNvGrpSpPr>
                  <a:grpSpLocks/>
                </p:cNvGrpSpPr>
                <p:nvPr/>
              </p:nvGrpSpPr>
              <p:grpSpPr bwMode="auto">
                <a:xfrm>
                  <a:off x="4196" y="163"/>
                  <a:ext cx="699" cy="282"/>
                  <a:chOff x="2683" y="445"/>
                  <a:chExt cx="1781" cy="717"/>
                </a:xfrm>
              </p:grpSpPr>
              <p:sp>
                <p:nvSpPr>
                  <p:cNvPr id="38990" name="Freeform 78"/>
                  <p:cNvSpPr>
                    <a:spLocks/>
                  </p:cNvSpPr>
                  <p:nvPr/>
                </p:nvSpPr>
                <p:spPr bwMode="hidden">
                  <a:xfrm rot="-1921064">
                    <a:off x="2682" y="946"/>
                    <a:ext cx="1227"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1" name="Freeform 79"/>
                  <p:cNvSpPr>
                    <a:spLocks/>
                  </p:cNvSpPr>
                  <p:nvPr/>
                </p:nvSpPr>
                <p:spPr bwMode="hidden">
                  <a:xfrm rot="-1921064">
                    <a:off x="3801" y="444"/>
                    <a:ext cx="65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sp>
              <p:nvSpPr>
                <p:cNvPr id="38992" name="Freeform 80"/>
                <p:cNvSpPr>
                  <a:spLocks/>
                </p:cNvSpPr>
                <p:nvPr/>
              </p:nvSpPr>
              <p:spPr bwMode="hidden">
                <a:xfrm rot="4578755" flipH="1">
                  <a:off x="3968" y="372"/>
                  <a:ext cx="403" cy="5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a:noFill/>
                  <a:round/>
                  <a:headEnd/>
                  <a:tailEnd/>
                </a:ln>
                <a:effectLst/>
              </p:spPr>
              <p:txBody>
                <a:bodyPr wrap="none" anchor="ctr"/>
                <a:lstStyle/>
                <a:p>
                  <a:pPr>
                    <a:defRPr/>
                  </a:pPr>
                  <a:endParaRPr lang="en-US"/>
                </a:p>
              </p:txBody>
            </p:sp>
            <p:sp>
              <p:nvSpPr>
                <p:cNvPr id="38993" name="Freeform 81"/>
                <p:cNvSpPr>
                  <a:spLocks/>
                </p:cNvSpPr>
                <p:nvPr/>
              </p:nvSpPr>
              <p:spPr bwMode="hidden">
                <a:xfrm rot="4578755" flipH="1">
                  <a:off x="3977" y="77"/>
                  <a:ext cx="216" cy="9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nvGrpSpPr>
                <p:cNvPr id="3131" name="Group 82"/>
                <p:cNvGrpSpPr>
                  <a:grpSpLocks/>
                </p:cNvGrpSpPr>
                <p:nvPr/>
              </p:nvGrpSpPr>
              <p:grpSpPr bwMode="auto">
                <a:xfrm>
                  <a:off x="4242" y="5"/>
                  <a:ext cx="251" cy="596"/>
                  <a:chOff x="2800" y="41"/>
                  <a:chExt cx="640" cy="1520"/>
                </a:xfrm>
              </p:grpSpPr>
              <p:sp>
                <p:nvSpPr>
                  <p:cNvPr id="38995" name="Freeform 83"/>
                  <p:cNvSpPr>
                    <a:spLocks/>
                  </p:cNvSpPr>
                  <p:nvPr/>
                </p:nvSpPr>
                <p:spPr bwMode="hidden">
                  <a:xfrm rot="-3857755">
                    <a:off x="2367" y="931"/>
                    <a:ext cx="1052" cy="1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6" name="Freeform 84"/>
                  <p:cNvSpPr>
                    <a:spLocks/>
                  </p:cNvSpPr>
                  <p:nvPr/>
                </p:nvSpPr>
                <p:spPr bwMode="hidden">
                  <a:xfrm rot="-3857755">
                    <a:off x="3013" y="180"/>
                    <a:ext cx="566" cy="2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2" name="Group 85"/>
                <p:cNvGrpSpPr>
                  <a:grpSpLocks/>
                </p:cNvGrpSpPr>
                <p:nvPr/>
              </p:nvGrpSpPr>
              <p:grpSpPr bwMode="auto">
                <a:xfrm>
                  <a:off x="4295" y="53"/>
                  <a:ext cx="398" cy="574"/>
                  <a:chOff x="2934" y="163"/>
                  <a:chExt cx="1017" cy="1464"/>
                </a:xfrm>
              </p:grpSpPr>
              <p:sp>
                <p:nvSpPr>
                  <p:cNvPr id="38998" name="Freeform 86"/>
                  <p:cNvSpPr>
                    <a:spLocks/>
                  </p:cNvSpPr>
                  <p:nvPr/>
                </p:nvSpPr>
                <p:spPr bwMode="hidden">
                  <a:xfrm rot="-2777260">
                    <a:off x="2493" y="915"/>
                    <a:ext cx="1154" cy="27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9" name="Freeform 87"/>
                  <p:cNvSpPr>
                    <a:spLocks/>
                  </p:cNvSpPr>
                  <p:nvPr/>
                </p:nvSpPr>
                <p:spPr bwMode="hidden">
                  <a:xfrm rot="-2777260">
                    <a:off x="3431" y="262"/>
                    <a:ext cx="619" cy="4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3" name="Group 88"/>
                <p:cNvGrpSpPr>
                  <a:grpSpLocks/>
                </p:cNvGrpSpPr>
                <p:nvPr/>
              </p:nvGrpSpPr>
              <p:grpSpPr bwMode="auto">
                <a:xfrm>
                  <a:off x="4215" y="2"/>
                  <a:ext cx="95" cy="567"/>
                  <a:chOff x="2730" y="32"/>
                  <a:chExt cx="243" cy="1448"/>
                </a:xfrm>
              </p:grpSpPr>
              <p:sp>
                <p:nvSpPr>
                  <p:cNvPr id="39001" name="Freeform 89"/>
                  <p:cNvSpPr>
                    <a:spLocks/>
                  </p:cNvSpPr>
                  <p:nvPr/>
                </p:nvSpPr>
                <p:spPr bwMode="hidden">
                  <a:xfrm rot="-4903748">
                    <a:off x="2297" y="959"/>
                    <a:ext cx="954" cy="8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2" name="Freeform 90"/>
                  <p:cNvSpPr>
                    <a:spLocks/>
                  </p:cNvSpPr>
                  <p:nvPr/>
                </p:nvSpPr>
                <p:spPr bwMode="hidden">
                  <a:xfrm rot="-4903748">
                    <a:off x="2650" y="222"/>
                    <a:ext cx="511" cy="13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4" name="Group 91"/>
                <p:cNvGrpSpPr>
                  <a:grpSpLocks/>
                </p:cNvGrpSpPr>
                <p:nvPr/>
              </p:nvGrpSpPr>
              <p:grpSpPr bwMode="auto">
                <a:xfrm>
                  <a:off x="3514" y="683"/>
                  <a:ext cx="425" cy="960"/>
                  <a:chOff x="943" y="1769"/>
                  <a:chExt cx="1085" cy="2450"/>
                </a:xfrm>
              </p:grpSpPr>
              <p:sp>
                <p:nvSpPr>
                  <p:cNvPr id="39004" name="Freeform 92"/>
                  <p:cNvSpPr>
                    <a:spLocks/>
                  </p:cNvSpPr>
                  <p:nvPr/>
                </p:nvSpPr>
                <p:spPr bwMode="hidden">
                  <a:xfrm rot="18335692" flipH="1">
                    <a:off x="1009" y="2474"/>
                    <a:ext cx="172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5" name="Freeform 93"/>
                  <p:cNvSpPr>
                    <a:spLocks/>
                  </p:cNvSpPr>
                  <p:nvPr/>
                </p:nvSpPr>
                <p:spPr bwMode="hidden">
                  <a:xfrm rot="18335692" flipH="1">
                    <a:off x="725" y="3500"/>
                    <a:ext cx="92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5" name="Group 94"/>
                <p:cNvGrpSpPr>
                  <a:grpSpLocks/>
                </p:cNvGrpSpPr>
                <p:nvPr/>
              </p:nvGrpSpPr>
              <p:grpSpPr bwMode="auto">
                <a:xfrm>
                  <a:off x="3715" y="748"/>
                  <a:ext cx="300" cy="930"/>
                  <a:chOff x="1455" y="1936"/>
                  <a:chExt cx="766" cy="2373"/>
                </a:xfrm>
              </p:grpSpPr>
              <p:sp>
                <p:nvSpPr>
                  <p:cNvPr id="39007" name="Freeform 95"/>
                  <p:cNvSpPr>
                    <a:spLocks/>
                  </p:cNvSpPr>
                  <p:nvPr/>
                </p:nvSpPr>
                <p:spPr bwMode="hidden">
                  <a:xfrm rot="17542885" flipH="1">
                    <a:off x="1268" y="2577"/>
                    <a:ext cx="159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8" name="Freeform 96"/>
                  <p:cNvSpPr>
                    <a:spLocks/>
                  </p:cNvSpPr>
                  <p:nvPr/>
                </p:nvSpPr>
                <p:spPr bwMode="hidden">
                  <a:xfrm rot="17542885" flipH="1">
                    <a:off x="1278" y="3630"/>
                    <a:ext cx="84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6" name="Group 97"/>
                <p:cNvGrpSpPr>
                  <a:grpSpLocks/>
                </p:cNvGrpSpPr>
                <p:nvPr/>
              </p:nvGrpSpPr>
              <p:grpSpPr bwMode="auto">
                <a:xfrm rot="88588">
                  <a:off x="3923" y="769"/>
                  <a:ext cx="180" cy="913"/>
                  <a:chOff x="1956" y="1990"/>
                  <a:chExt cx="492" cy="2604"/>
                </a:xfrm>
              </p:grpSpPr>
              <p:sp>
                <p:nvSpPr>
                  <p:cNvPr id="39010" name="Freeform 98"/>
                  <p:cNvSpPr>
                    <a:spLocks/>
                  </p:cNvSpPr>
                  <p:nvPr/>
                </p:nvSpPr>
                <p:spPr bwMode="hidden">
                  <a:xfrm rot="16782062" flipH="1">
                    <a:off x="1428" y="2682"/>
                    <a:ext cx="1712" cy="30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11" name="Freeform 99"/>
                  <p:cNvSpPr>
                    <a:spLocks/>
                  </p:cNvSpPr>
                  <p:nvPr/>
                </p:nvSpPr>
                <p:spPr bwMode="hidden">
                  <a:xfrm rot="16782062" flipH="1">
                    <a:off x="1720" y="3887"/>
                    <a:ext cx="917" cy="47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7" name="Group 100"/>
                <p:cNvGrpSpPr>
                  <a:grpSpLocks/>
                </p:cNvGrpSpPr>
                <p:nvPr/>
              </p:nvGrpSpPr>
              <p:grpSpPr bwMode="auto">
                <a:xfrm>
                  <a:off x="4451" y="662"/>
                  <a:ext cx="442" cy="951"/>
                  <a:chOff x="3334" y="1717"/>
                  <a:chExt cx="1125" cy="2426"/>
                </a:xfrm>
              </p:grpSpPr>
              <p:sp>
                <p:nvSpPr>
                  <p:cNvPr id="39013" name="Freeform 101"/>
                  <p:cNvSpPr>
                    <a:spLocks/>
                  </p:cNvSpPr>
                  <p:nvPr/>
                </p:nvSpPr>
                <p:spPr bwMode="hidden">
                  <a:xfrm rot="3144576">
                    <a:off x="2627" y="2423"/>
                    <a:ext cx="1723"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14" name="Freeform 102"/>
                  <p:cNvSpPr>
                    <a:spLocks/>
                  </p:cNvSpPr>
                  <p:nvPr/>
                </p:nvSpPr>
                <p:spPr bwMode="hidden">
                  <a:xfrm rot="3144576">
                    <a:off x="3752" y="3435"/>
                    <a:ext cx="925" cy="49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8" name="Group 103"/>
                <p:cNvGrpSpPr>
                  <a:grpSpLocks/>
                </p:cNvGrpSpPr>
                <p:nvPr/>
              </p:nvGrpSpPr>
              <p:grpSpPr bwMode="auto">
                <a:xfrm>
                  <a:off x="4391" y="721"/>
                  <a:ext cx="347" cy="951"/>
                  <a:chOff x="3181" y="1866"/>
                  <a:chExt cx="883" cy="2426"/>
                </a:xfrm>
              </p:grpSpPr>
              <p:sp>
                <p:nvSpPr>
                  <p:cNvPr id="39016" name="Freeform 104"/>
                  <p:cNvSpPr>
                    <a:spLocks/>
                  </p:cNvSpPr>
                  <p:nvPr/>
                </p:nvSpPr>
                <p:spPr bwMode="hidden">
                  <a:xfrm rot="3745735">
                    <a:off x="2506" y="2530"/>
                    <a:ext cx="1649" cy="299"/>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17" name="Freeform 105"/>
                  <p:cNvSpPr>
                    <a:spLocks/>
                  </p:cNvSpPr>
                  <p:nvPr/>
                </p:nvSpPr>
                <p:spPr bwMode="hidden">
                  <a:xfrm rot="3745735">
                    <a:off x="3387" y="3603"/>
                    <a:ext cx="885" cy="46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9" name="Group 106"/>
                <p:cNvGrpSpPr>
                  <a:grpSpLocks/>
                </p:cNvGrpSpPr>
                <p:nvPr/>
              </p:nvGrpSpPr>
              <p:grpSpPr bwMode="auto">
                <a:xfrm>
                  <a:off x="4323" y="767"/>
                  <a:ext cx="243" cy="935"/>
                  <a:chOff x="3006" y="1983"/>
                  <a:chExt cx="619" cy="2386"/>
                </a:xfrm>
              </p:grpSpPr>
              <p:sp>
                <p:nvSpPr>
                  <p:cNvPr id="39019" name="Freeform 107"/>
                  <p:cNvSpPr>
                    <a:spLocks/>
                  </p:cNvSpPr>
                  <p:nvPr/>
                </p:nvSpPr>
                <p:spPr bwMode="hidden">
                  <a:xfrm rot="4286818">
                    <a:off x="2328" y="2650"/>
                    <a:ext cx="1600" cy="24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20" name="Freeform 108"/>
                  <p:cNvSpPr>
                    <a:spLocks/>
                  </p:cNvSpPr>
                  <p:nvPr/>
                </p:nvSpPr>
                <p:spPr bwMode="hidden">
                  <a:xfrm rot="4286818">
                    <a:off x="3003" y="3736"/>
                    <a:ext cx="857"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3140" name="Group 109"/>
                <p:cNvGrpSpPr>
                  <a:grpSpLocks/>
                </p:cNvGrpSpPr>
                <p:nvPr/>
              </p:nvGrpSpPr>
              <p:grpSpPr bwMode="auto">
                <a:xfrm>
                  <a:off x="4249" y="813"/>
                  <a:ext cx="159" cy="870"/>
                  <a:chOff x="2819" y="2101"/>
                  <a:chExt cx="405" cy="2219"/>
                </a:xfrm>
              </p:grpSpPr>
              <p:sp>
                <p:nvSpPr>
                  <p:cNvPr id="39022" name="Freeform 110"/>
                  <p:cNvSpPr>
                    <a:spLocks/>
                  </p:cNvSpPr>
                  <p:nvPr/>
                </p:nvSpPr>
                <p:spPr bwMode="hidden">
                  <a:xfrm rot="4898956">
                    <a:off x="2213" y="2706"/>
                    <a:ext cx="1460" cy="2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23" name="Freeform 111"/>
                  <p:cNvSpPr>
                    <a:spLocks/>
                  </p:cNvSpPr>
                  <p:nvPr/>
                </p:nvSpPr>
                <p:spPr bwMode="hidden">
                  <a:xfrm rot="4898956">
                    <a:off x="2637" y="3721"/>
                    <a:ext cx="789"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3141" name="Group 112"/>
                <p:cNvGrpSpPr>
                  <a:grpSpLocks/>
                </p:cNvGrpSpPr>
                <p:nvPr/>
              </p:nvGrpSpPr>
              <p:grpSpPr bwMode="auto">
                <a:xfrm>
                  <a:off x="4045" y="826"/>
                  <a:ext cx="167" cy="857"/>
                  <a:chOff x="2287" y="2135"/>
                  <a:chExt cx="426" cy="2185"/>
                </a:xfrm>
              </p:grpSpPr>
              <p:sp>
                <p:nvSpPr>
                  <p:cNvPr id="39025" name="Freeform 113"/>
                  <p:cNvSpPr>
                    <a:spLocks/>
                  </p:cNvSpPr>
                  <p:nvPr/>
                </p:nvSpPr>
                <p:spPr bwMode="hidden">
                  <a:xfrm rot="5755659">
                    <a:off x="1903" y="2758"/>
                    <a:ext cx="1432" cy="1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w="9525">
                    <a:noFill/>
                    <a:round/>
                    <a:headEnd/>
                    <a:tailEnd/>
                  </a:ln>
                  <a:effectLst/>
                </p:spPr>
                <p:txBody>
                  <a:bodyPr wrap="none" anchor="ctr"/>
                  <a:lstStyle/>
                  <a:p>
                    <a:pPr>
                      <a:defRPr/>
                    </a:pPr>
                    <a:endParaRPr lang="en-US"/>
                  </a:p>
                </p:txBody>
              </p:sp>
              <p:sp>
                <p:nvSpPr>
                  <p:cNvPr id="39026" name="Freeform 114"/>
                  <p:cNvSpPr>
                    <a:spLocks/>
                  </p:cNvSpPr>
                  <p:nvPr/>
                </p:nvSpPr>
                <p:spPr bwMode="hidden">
                  <a:xfrm rot="5755659">
                    <a:off x="2051" y="3778"/>
                    <a:ext cx="767" cy="29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sp>
            <p:nvSpPr>
              <p:cNvPr id="39027" name="Freeform 115"/>
              <p:cNvSpPr>
                <a:spLocks/>
              </p:cNvSpPr>
              <p:nvPr/>
            </p:nvSpPr>
            <p:spPr bwMode="hidden">
              <a:xfrm flipH="1">
                <a:off x="3873" y="934"/>
                <a:ext cx="190" cy="58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28" name="Arc 116"/>
              <p:cNvSpPr>
                <a:spLocks/>
              </p:cNvSpPr>
              <p:nvPr/>
            </p:nvSpPr>
            <p:spPr bwMode="hidden">
              <a:xfrm flipH="1">
                <a:off x="3527" y="725"/>
                <a:ext cx="832" cy="900"/>
              </a:xfrm>
              <a:custGeom>
                <a:avLst/>
                <a:gdLst>
                  <a:gd name="G0" fmla="+- 0 0 0"/>
                  <a:gd name="G1" fmla="+- 20897 0 0"/>
                  <a:gd name="G2" fmla="+- 21600 0 0"/>
                  <a:gd name="T0" fmla="*/ 5467 w 21600"/>
                  <a:gd name="T1" fmla="*/ 0 h 21602"/>
                  <a:gd name="T2" fmla="*/ 21589 w 21600"/>
                  <a:gd name="T3" fmla="*/ 21602 h 21602"/>
                  <a:gd name="T4" fmla="*/ 0 w 21600"/>
                  <a:gd name="T5" fmla="*/ 20897 h 21602"/>
                </a:gdLst>
                <a:ahLst/>
                <a:cxnLst>
                  <a:cxn ang="0">
                    <a:pos x="T0" y="T1"/>
                  </a:cxn>
                  <a:cxn ang="0">
                    <a:pos x="T2" y="T3"/>
                  </a:cxn>
                  <a:cxn ang="0">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close/>
                  </a:path>
                </a:pathLst>
              </a:custGeom>
              <a:noFill/>
              <a:ln w="9525">
                <a:solidFill>
                  <a:schemeClr val="folHlink"/>
                </a:solidFill>
                <a:round/>
                <a:headEnd/>
                <a:tailEnd/>
              </a:ln>
              <a:effectLst/>
            </p:spPr>
            <p:txBody>
              <a:bodyPr wrap="none" anchor="ctr"/>
              <a:lstStyle/>
              <a:p>
                <a:pPr>
                  <a:defRPr/>
                </a:pPr>
                <a:endParaRPr lang="en-US"/>
              </a:p>
            </p:txBody>
          </p:sp>
          <p:sp>
            <p:nvSpPr>
              <p:cNvPr id="39029" name="Arc 117"/>
              <p:cNvSpPr>
                <a:spLocks/>
              </p:cNvSpPr>
              <p:nvPr/>
            </p:nvSpPr>
            <p:spPr bwMode="hidden">
              <a:xfrm flipV="1">
                <a:off x="4278" y="179"/>
                <a:ext cx="1007" cy="802"/>
              </a:xfrm>
              <a:custGeom>
                <a:avLst/>
                <a:gdLst>
                  <a:gd name="G0" fmla="+- 17826 0 0"/>
                  <a:gd name="G1" fmla="+- 0 0 0"/>
                  <a:gd name="G2" fmla="+- 21600 0 0"/>
                  <a:gd name="T0" fmla="*/ 36729 w 36729"/>
                  <a:gd name="T1" fmla="*/ 10451 h 21600"/>
                  <a:gd name="T2" fmla="*/ 0 w 36729"/>
                  <a:gd name="T3" fmla="*/ 12197 h 21600"/>
                  <a:gd name="T4" fmla="*/ 17826 w 36729"/>
                  <a:gd name="T5" fmla="*/ 0 h 21600"/>
                </a:gdLst>
                <a:ahLst/>
                <a:cxnLst>
                  <a:cxn ang="0">
                    <a:pos x="T0" y="T1"/>
                  </a:cxn>
                  <a:cxn ang="0">
                    <a:pos x="T2" y="T3"/>
                  </a:cxn>
                  <a:cxn ang="0">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close/>
                  </a:path>
                </a:pathLst>
              </a:custGeom>
              <a:noFill/>
              <a:ln w="9525">
                <a:solidFill>
                  <a:schemeClr val="accent1"/>
                </a:solidFill>
                <a:round/>
                <a:headEnd/>
                <a:tailEnd/>
              </a:ln>
              <a:effectLst/>
            </p:spPr>
            <p:txBody>
              <a:bodyPr wrap="none" anchor="ctr"/>
              <a:lstStyle/>
              <a:p>
                <a:pPr>
                  <a:defRPr/>
                </a:pPr>
                <a:endParaRPr lang="en-US"/>
              </a:p>
            </p:txBody>
          </p:sp>
          <p:sp>
            <p:nvSpPr>
              <p:cNvPr id="39030" name="Arc 118"/>
              <p:cNvSpPr>
                <a:spLocks/>
              </p:cNvSpPr>
              <p:nvPr/>
            </p:nvSpPr>
            <p:spPr bwMode="hidden">
              <a:xfrm flipH="1">
                <a:off x="3612" y="580"/>
                <a:ext cx="485" cy="933"/>
              </a:xfrm>
              <a:custGeom>
                <a:avLst/>
                <a:gdLst>
                  <a:gd name="G0" fmla="+- 7340 0 0"/>
                  <a:gd name="G1" fmla="+- 21600 0 0"/>
                  <a:gd name="G2" fmla="+- 21600 0 0"/>
                  <a:gd name="T0" fmla="*/ 0 w 28940"/>
                  <a:gd name="T1" fmla="*/ 1285 h 22305"/>
                  <a:gd name="T2" fmla="*/ 28929 w 28940"/>
                  <a:gd name="T3" fmla="*/ 22305 h 22305"/>
                  <a:gd name="T4" fmla="*/ 7340 w 28940"/>
                  <a:gd name="T5" fmla="*/ 21600 h 22305"/>
                </a:gdLst>
                <a:ahLst/>
                <a:cxnLst>
                  <a:cxn ang="0">
                    <a:pos x="T0" y="T1"/>
                  </a:cxn>
                  <a:cxn ang="0">
                    <a:pos x="T2" y="T3"/>
                  </a:cxn>
                  <a:cxn ang="0">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1" name="Arc 119"/>
              <p:cNvSpPr>
                <a:spLocks/>
              </p:cNvSpPr>
              <p:nvPr/>
            </p:nvSpPr>
            <p:spPr bwMode="hidden">
              <a:xfrm flipH="1">
                <a:off x="3267" y="628"/>
                <a:ext cx="791" cy="928"/>
              </a:xfrm>
              <a:custGeom>
                <a:avLst/>
                <a:gdLst>
                  <a:gd name="G0" fmla="+- 8873 0 0"/>
                  <a:gd name="G1" fmla="+- 21600 0 0"/>
                  <a:gd name="G2" fmla="+- 21600 0 0"/>
                  <a:gd name="T0" fmla="*/ 0 w 30473"/>
                  <a:gd name="T1" fmla="*/ 1907 h 22305"/>
                  <a:gd name="T2" fmla="*/ 30462 w 30473"/>
                  <a:gd name="T3" fmla="*/ 22305 h 22305"/>
                  <a:gd name="T4" fmla="*/ 8873 w 30473"/>
                  <a:gd name="T5" fmla="*/ 21600 h 22305"/>
                </a:gdLst>
                <a:ahLst/>
                <a:cxnLst>
                  <a:cxn ang="0">
                    <a:pos x="T0" y="T1"/>
                  </a:cxn>
                  <a:cxn ang="0">
                    <a:pos x="T2" y="T3"/>
                  </a:cxn>
                  <a:cxn ang="0">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2" name="Arc 120"/>
              <p:cNvSpPr>
                <a:spLocks/>
              </p:cNvSpPr>
              <p:nvPr/>
            </p:nvSpPr>
            <p:spPr bwMode="hidden">
              <a:xfrm flipH="1">
                <a:off x="3197" y="458"/>
                <a:ext cx="932" cy="933"/>
              </a:xfrm>
              <a:custGeom>
                <a:avLst/>
                <a:gdLst>
                  <a:gd name="G0" fmla="+- 12855 0 0"/>
                  <a:gd name="G1" fmla="+- 21600 0 0"/>
                  <a:gd name="G2" fmla="+- 21600 0 0"/>
                  <a:gd name="T0" fmla="*/ 0 w 34455"/>
                  <a:gd name="T1" fmla="*/ 4241 h 22305"/>
                  <a:gd name="T2" fmla="*/ 34444 w 34455"/>
                  <a:gd name="T3" fmla="*/ 22305 h 22305"/>
                  <a:gd name="T4" fmla="*/ 12855 w 34455"/>
                  <a:gd name="T5" fmla="*/ 21600 h 22305"/>
                </a:gdLst>
                <a:ahLst/>
                <a:cxnLst>
                  <a:cxn ang="0">
                    <a:pos x="T0" y="T1"/>
                  </a:cxn>
                  <a:cxn ang="0">
                    <a:pos x="T2" y="T3"/>
                  </a:cxn>
                  <a:cxn ang="0">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3" name="Arc 121"/>
              <p:cNvSpPr>
                <a:spLocks/>
              </p:cNvSpPr>
              <p:nvPr/>
            </p:nvSpPr>
            <p:spPr bwMode="hidden">
              <a:xfrm>
                <a:off x="4229" y="589"/>
                <a:ext cx="149"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4" name="Arc 122"/>
              <p:cNvSpPr>
                <a:spLocks/>
              </p:cNvSpPr>
              <p:nvPr/>
            </p:nvSpPr>
            <p:spPr bwMode="hidden">
              <a:xfrm>
                <a:off x="4269" y="585"/>
                <a:ext cx="393"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5" name="Arc 123"/>
              <p:cNvSpPr>
                <a:spLocks/>
              </p:cNvSpPr>
              <p:nvPr/>
            </p:nvSpPr>
            <p:spPr bwMode="hidden">
              <a:xfrm>
                <a:off x="4302" y="463"/>
                <a:ext cx="558"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6" name="Freeform 124"/>
              <p:cNvSpPr>
                <a:spLocks/>
              </p:cNvSpPr>
              <p:nvPr/>
            </p:nvSpPr>
            <p:spPr bwMode="hidden">
              <a:xfrm>
                <a:off x="4410" y="1033"/>
                <a:ext cx="188" cy="58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37" name="Freeform 125"/>
              <p:cNvSpPr>
                <a:spLocks/>
              </p:cNvSpPr>
              <p:nvPr/>
            </p:nvSpPr>
            <p:spPr bwMode="hidden">
              <a:xfrm rot="19660755" flipV="1">
                <a:off x="4114" y="843"/>
                <a:ext cx="171" cy="326"/>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39038" name="Arc 126"/>
              <p:cNvSpPr>
                <a:spLocks/>
              </p:cNvSpPr>
              <p:nvPr/>
            </p:nvSpPr>
            <p:spPr bwMode="hidden">
              <a:xfrm flipH="1">
                <a:off x="3144" y="319"/>
                <a:ext cx="996" cy="933"/>
              </a:xfrm>
              <a:custGeom>
                <a:avLst/>
                <a:gdLst>
                  <a:gd name="G0" fmla="+- 15230 0 0"/>
                  <a:gd name="G1" fmla="+- 21600 0 0"/>
                  <a:gd name="G2" fmla="+- 21600 0 0"/>
                  <a:gd name="T0" fmla="*/ 0 w 36830"/>
                  <a:gd name="T1" fmla="*/ 6283 h 22305"/>
                  <a:gd name="T2" fmla="*/ 36819 w 36830"/>
                  <a:gd name="T3" fmla="*/ 22305 h 22305"/>
                  <a:gd name="T4" fmla="*/ 15230 w 36830"/>
                  <a:gd name="T5" fmla="*/ 21600 h 22305"/>
                </a:gdLst>
                <a:ahLst/>
                <a:cxnLst>
                  <a:cxn ang="0">
                    <a:pos x="T0" y="T1"/>
                  </a:cxn>
                  <a:cxn ang="0">
                    <a:pos x="T2" y="T3"/>
                  </a:cxn>
                  <a:cxn ang="0">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9" name="Arc 127"/>
              <p:cNvSpPr>
                <a:spLocks/>
              </p:cNvSpPr>
              <p:nvPr/>
            </p:nvSpPr>
            <p:spPr bwMode="hidden">
              <a:xfrm flipH="1">
                <a:off x="3426" y="122"/>
                <a:ext cx="724" cy="900"/>
              </a:xfrm>
              <a:custGeom>
                <a:avLst/>
                <a:gdLst>
                  <a:gd name="G0" fmla="+- 18231 0 0"/>
                  <a:gd name="G1" fmla="+- 21600 0 0"/>
                  <a:gd name="G2" fmla="+- 21600 0 0"/>
                  <a:gd name="T0" fmla="*/ 0 w 31881"/>
                  <a:gd name="T1" fmla="*/ 10016 h 21600"/>
                  <a:gd name="T2" fmla="*/ 31881 w 31881"/>
                  <a:gd name="T3" fmla="*/ 4860 h 21600"/>
                  <a:gd name="T4" fmla="*/ 18231 w 31881"/>
                  <a:gd name="T5" fmla="*/ 21600 h 21600"/>
                </a:gdLst>
                <a:ahLst/>
                <a:cxnLst>
                  <a:cxn ang="0">
                    <a:pos x="T0" y="T1"/>
                  </a:cxn>
                  <a:cxn ang="0">
                    <a:pos x="T2" y="T3"/>
                  </a:cxn>
                  <a:cxn ang="0">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40" name="Arc 128"/>
              <p:cNvSpPr>
                <a:spLocks/>
              </p:cNvSpPr>
              <p:nvPr/>
            </p:nvSpPr>
            <p:spPr bwMode="hidden">
              <a:xfrm>
                <a:off x="4199" y="502"/>
                <a:ext cx="297" cy="901"/>
              </a:xfrm>
              <a:custGeom>
                <a:avLst/>
                <a:gdLst>
                  <a:gd name="G0" fmla="+- 13212 0 0"/>
                  <a:gd name="G1" fmla="+- 21600 0 0"/>
                  <a:gd name="G2" fmla="+- 21600 0 0"/>
                  <a:gd name="T0" fmla="*/ 0 w 31146"/>
                  <a:gd name="T1" fmla="*/ 4512 h 21600"/>
                  <a:gd name="T2" fmla="*/ 31146 w 31146"/>
                  <a:gd name="T3" fmla="*/ 9561 h 21600"/>
                  <a:gd name="T4" fmla="*/ 13212 w 31146"/>
                  <a:gd name="T5" fmla="*/ 21600 h 21600"/>
                </a:gdLst>
                <a:ahLst/>
                <a:cxnLst>
                  <a:cxn ang="0">
                    <a:pos x="T0" y="T1"/>
                  </a:cxn>
                  <a:cxn ang="0">
                    <a:pos x="T2" y="T3"/>
                  </a:cxn>
                  <a:cxn ang="0">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close/>
                  </a:path>
                </a:pathLst>
              </a:custGeom>
              <a:noFill/>
              <a:ln w="9525">
                <a:solidFill>
                  <a:schemeClr val="accent2"/>
                </a:solidFill>
                <a:round/>
                <a:headEnd/>
                <a:tailEnd/>
              </a:ln>
              <a:effectLst/>
            </p:spPr>
            <p:txBody>
              <a:bodyPr wrap="none" anchor="ctr"/>
              <a:lstStyle/>
              <a:p>
                <a:pPr>
                  <a:defRPr/>
                </a:pPr>
                <a:endParaRPr lang="en-US"/>
              </a:p>
            </p:txBody>
          </p:sp>
          <p:sp>
            <p:nvSpPr>
              <p:cNvPr id="39041" name="Freeform 129"/>
              <p:cNvSpPr>
                <a:spLocks/>
              </p:cNvSpPr>
              <p:nvPr/>
            </p:nvSpPr>
            <p:spPr bwMode="hidden">
              <a:xfrm flipH="1">
                <a:off x="3307" y="981"/>
                <a:ext cx="426" cy="59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2" name="Freeform 130"/>
              <p:cNvSpPr>
                <a:spLocks/>
              </p:cNvSpPr>
              <p:nvPr/>
            </p:nvSpPr>
            <p:spPr bwMode="hidden">
              <a:xfrm flipH="1">
                <a:off x="3507" y="350"/>
                <a:ext cx="273" cy="59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3" name="Freeform 131"/>
              <p:cNvSpPr>
                <a:spLocks/>
              </p:cNvSpPr>
              <p:nvPr/>
            </p:nvSpPr>
            <p:spPr bwMode="hidden">
              <a:xfrm flipH="1">
                <a:off x="3821" y="172"/>
                <a:ext cx="164" cy="59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4" name="Freeform 132"/>
              <p:cNvSpPr>
                <a:spLocks/>
              </p:cNvSpPr>
              <p:nvPr/>
            </p:nvSpPr>
            <p:spPr bwMode="hidden">
              <a:xfrm>
                <a:off x="4841" y="894"/>
                <a:ext cx="395" cy="62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45" name="Freeform 133"/>
              <p:cNvSpPr>
                <a:spLocks/>
              </p:cNvSpPr>
              <p:nvPr/>
            </p:nvSpPr>
            <p:spPr bwMode="hidden">
              <a:xfrm>
                <a:off x="4636" y="576"/>
                <a:ext cx="594" cy="41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6" name="Freeform 134"/>
              <p:cNvSpPr>
                <a:spLocks/>
              </p:cNvSpPr>
              <p:nvPr/>
            </p:nvSpPr>
            <p:spPr bwMode="hidden">
              <a:xfrm>
                <a:off x="4658" y="132"/>
                <a:ext cx="260" cy="55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7" name="Freeform 135"/>
              <p:cNvSpPr>
                <a:spLocks/>
              </p:cNvSpPr>
              <p:nvPr/>
            </p:nvSpPr>
            <p:spPr bwMode="hidden">
              <a:xfrm rot="20253369">
                <a:off x="4401" y="599"/>
                <a:ext cx="175" cy="32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39048" name="Freeform 136"/>
              <p:cNvSpPr>
                <a:spLocks/>
              </p:cNvSpPr>
              <p:nvPr/>
            </p:nvSpPr>
            <p:spPr bwMode="hidden">
              <a:xfrm rot="1346631" flipH="1">
                <a:off x="3783" y="589"/>
                <a:ext cx="172" cy="33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sp>
        <p:nvSpPr>
          <p:cNvPr id="3075" name="Rectangle 137"/>
          <p:cNvSpPr>
            <a:spLocks noGrp="1" noChangeArrowheads="1"/>
          </p:cNvSpPr>
          <p:nvPr>
            <p:ph type="title"/>
          </p:nvPr>
        </p:nvSpPr>
        <p:spPr bwMode="auto">
          <a:xfrm>
            <a:off x="685800" y="301625"/>
            <a:ext cx="7772400"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3076" name="Rectangle 138"/>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39051" name="Rectangle 139"/>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39052" name="Rectangle 140"/>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39053" name="Rectangle 141"/>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Black" panose="020B0A04020102020204" pitchFamily="34" charset="0"/>
              </a:defRPr>
            </a:lvl1pPr>
          </a:lstStyle>
          <a:p>
            <a:fld id="{B9E309EE-CE64-4243-A488-FE42F95DFC96}"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121" r:id="rId1"/>
    <p:sldLayoutId id="2147484057" r:id="rId2"/>
    <p:sldLayoutId id="2147484058" r:id="rId3"/>
    <p:sldLayoutId id="2147484059" r:id="rId4"/>
    <p:sldLayoutId id="2147484060" r:id="rId5"/>
    <p:sldLayoutId id="2147484061" r:id="rId6"/>
    <p:sldLayoutId id="2147484062" r:id="rId7"/>
    <p:sldLayoutId id="2147484063" r:id="rId8"/>
    <p:sldLayoutId id="2147484064" r:id="rId9"/>
    <p:sldLayoutId id="2147484065" r:id="rId10"/>
    <p:sldLayoutId id="2147484066"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Black" pitchFamily="34" charset="0"/>
        </a:defRPr>
      </a:lvl2pPr>
      <a:lvl3pPr algn="l" rtl="0" eaLnBrk="0" fontAlgn="base" hangingPunct="0">
        <a:spcBef>
          <a:spcPct val="0"/>
        </a:spcBef>
        <a:spcAft>
          <a:spcPct val="0"/>
        </a:spcAft>
        <a:defRPr sz="4400">
          <a:solidFill>
            <a:schemeClr val="tx2"/>
          </a:solidFill>
          <a:latin typeface="Arial Black" pitchFamily="34" charset="0"/>
        </a:defRPr>
      </a:lvl3pPr>
      <a:lvl4pPr algn="l" rtl="0" eaLnBrk="0" fontAlgn="base" hangingPunct="0">
        <a:spcBef>
          <a:spcPct val="0"/>
        </a:spcBef>
        <a:spcAft>
          <a:spcPct val="0"/>
        </a:spcAft>
        <a:defRPr sz="4400">
          <a:solidFill>
            <a:schemeClr val="tx2"/>
          </a:solidFill>
          <a:latin typeface="Arial Black" pitchFamily="34" charset="0"/>
        </a:defRPr>
      </a:lvl4pPr>
      <a:lvl5pPr algn="l" rtl="0" eaLnBrk="0" fontAlgn="base" hangingPunct="0">
        <a:spcBef>
          <a:spcPct val="0"/>
        </a:spcBef>
        <a:spcAft>
          <a:spcPct val="0"/>
        </a:spcAft>
        <a:defRPr sz="4400">
          <a:solidFill>
            <a:schemeClr val="tx2"/>
          </a:solidFill>
          <a:latin typeface="Arial Black" pitchFamily="34" charset="0"/>
        </a:defRPr>
      </a:lvl5pPr>
      <a:lvl6pPr marL="457200" algn="l" rtl="0" fontAlgn="base">
        <a:spcBef>
          <a:spcPct val="0"/>
        </a:spcBef>
        <a:spcAft>
          <a:spcPct val="0"/>
        </a:spcAft>
        <a:defRPr sz="4400">
          <a:solidFill>
            <a:schemeClr val="tx2"/>
          </a:solidFill>
          <a:latin typeface="Arial Black" pitchFamily="34" charset="0"/>
        </a:defRPr>
      </a:lvl6pPr>
      <a:lvl7pPr marL="914400" algn="l" rtl="0" fontAlgn="base">
        <a:spcBef>
          <a:spcPct val="0"/>
        </a:spcBef>
        <a:spcAft>
          <a:spcPct val="0"/>
        </a:spcAft>
        <a:defRPr sz="4400">
          <a:solidFill>
            <a:schemeClr val="tx2"/>
          </a:solidFill>
          <a:latin typeface="Arial Black" pitchFamily="34" charset="0"/>
        </a:defRPr>
      </a:lvl7pPr>
      <a:lvl8pPr marL="1371600" algn="l" rtl="0" fontAlgn="base">
        <a:spcBef>
          <a:spcPct val="0"/>
        </a:spcBef>
        <a:spcAft>
          <a:spcPct val="0"/>
        </a:spcAft>
        <a:defRPr sz="4400">
          <a:solidFill>
            <a:schemeClr val="tx2"/>
          </a:solidFill>
          <a:latin typeface="Arial Black" pitchFamily="34" charset="0"/>
        </a:defRPr>
      </a:lvl8pPr>
      <a:lvl9pPr marL="1828800" algn="l" rtl="0" fontAlgn="base">
        <a:spcBef>
          <a:spcPct val="0"/>
        </a:spcBef>
        <a:spcAft>
          <a:spcPct val="0"/>
        </a:spcAft>
        <a:defRPr sz="44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chemeClr val="hlink"/>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Font typeface="Times New Roman" panose="02020603050405020304" pitchFamily="18" charset="0"/>
        <a:buChar char="−"/>
        <a:defRPr sz="2000">
          <a:solidFill>
            <a:schemeClr val="tx1"/>
          </a:solidFill>
          <a:latin typeface="+mn-lt"/>
        </a:defRPr>
      </a:lvl4pPr>
      <a:lvl5pPr marL="2057400" indent="-228600" algn="l" rtl="0" eaLnBrk="0" fontAlgn="base" hangingPunct="0">
        <a:spcBef>
          <a:spcPct val="20000"/>
        </a:spcBef>
        <a:spcAft>
          <a:spcPct val="0"/>
        </a:spcAft>
        <a:buFont typeface="Times New Roman" panose="02020603050405020304" pitchFamily="18" charset="0"/>
        <a:buChar char="–"/>
        <a:defRPr sz="2000">
          <a:solidFill>
            <a:schemeClr val="tx1"/>
          </a:solidFill>
          <a:latin typeface="+mn-lt"/>
        </a:defRPr>
      </a:lvl5pPr>
      <a:lvl6pPr marL="2514600" indent="-228600" algn="l" rtl="0" fontAlgn="base">
        <a:spcBef>
          <a:spcPct val="20000"/>
        </a:spcBef>
        <a:spcAft>
          <a:spcPct val="0"/>
        </a:spcAft>
        <a:buFont typeface="Times New Roman" pitchFamily="18" charset="0"/>
        <a:buChar char="–"/>
        <a:defRPr sz="2000">
          <a:solidFill>
            <a:schemeClr val="tx1"/>
          </a:solidFill>
          <a:latin typeface="+mn-lt"/>
        </a:defRPr>
      </a:lvl6pPr>
      <a:lvl7pPr marL="2971800" indent="-228600" algn="l" rtl="0" fontAlgn="base">
        <a:spcBef>
          <a:spcPct val="20000"/>
        </a:spcBef>
        <a:spcAft>
          <a:spcPct val="0"/>
        </a:spcAft>
        <a:buFont typeface="Times New Roman" pitchFamily="18" charset="0"/>
        <a:buChar char="–"/>
        <a:defRPr sz="2000">
          <a:solidFill>
            <a:schemeClr val="tx1"/>
          </a:solidFill>
          <a:latin typeface="+mn-lt"/>
        </a:defRPr>
      </a:lvl7pPr>
      <a:lvl8pPr marL="3429000" indent="-228600" algn="l" rtl="0" fontAlgn="base">
        <a:spcBef>
          <a:spcPct val="20000"/>
        </a:spcBef>
        <a:spcAft>
          <a:spcPct val="0"/>
        </a:spcAft>
        <a:buFont typeface="Times New Roman" pitchFamily="18" charset="0"/>
        <a:buChar char="–"/>
        <a:defRPr sz="2000">
          <a:solidFill>
            <a:schemeClr val="tx1"/>
          </a:solidFill>
          <a:latin typeface="+mn-lt"/>
        </a:defRPr>
      </a:lvl8pPr>
      <a:lvl9pPr marL="3886200" indent="-228600" algn="l" rtl="0" fontAlgn="base">
        <a:spcBef>
          <a:spcPct val="20000"/>
        </a:spcBef>
        <a:spcAft>
          <a:spcPct val="0"/>
        </a:spcAft>
        <a:buFont typeface="Times New Roman" pitchFamily="18"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957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10957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10957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defRPr>
            </a:lvl1pPr>
          </a:lstStyle>
          <a:p>
            <a:fld id="{37FD8E59-A188-4030-AF02-A119626C103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67" r:id="rId1"/>
    <p:sldLayoutId id="2147484068" r:id="rId2"/>
    <p:sldLayoutId id="2147484069" r:id="rId3"/>
    <p:sldLayoutId id="2147484070" r:id="rId4"/>
    <p:sldLayoutId id="2147484071" r:id="rId5"/>
    <p:sldLayoutId id="2147484072" r:id="rId6"/>
    <p:sldLayoutId id="2147484073" r:id="rId7"/>
    <p:sldLayoutId id="2147484074" r:id="rId8"/>
    <p:sldLayoutId id="2147484075" r:id="rId9"/>
    <p:sldLayoutId id="2147484076" r:id="rId10"/>
    <p:sldLayoutId id="2147484077"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E0CBB6"/>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5123"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20836"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12083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120838"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defRPr>
            </a:lvl1pPr>
          </a:lstStyle>
          <a:p>
            <a:fld id="{C5413DB6-5FCA-4D86-857B-96AA9678502C}"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78" r:id="rId1"/>
    <p:sldLayoutId id="2147484079" r:id="rId2"/>
    <p:sldLayoutId id="2147484080" r:id="rId3"/>
    <p:sldLayoutId id="2147484081" r:id="rId4"/>
    <p:sldLayoutId id="2147484082" r:id="rId5"/>
    <p:sldLayoutId id="2147484083" r:id="rId6"/>
    <p:sldLayoutId id="2147484084" r:id="rId7"/>
    <p:sldLayoutId id="2147484085" r:id="rId8"/>
    <p:sldLayoutId id="2147484086" r:id="rId9"/>
    <p:sldLayoutId id="2147484087" r:id="rId10"/>
    <p:sldLayoutId id="2147484088"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218114" name="Rectangle 2"/>
          <p:cNvSpPr>
            <a:spLocks noGrp="1" noRot="1" noChangeArrowheads="1"/>
          </p:cNvSpPr>
          <p:nvPr>
            <p:ph type="title"/>
          </p:nvPr>
        </p:nvSpPr>
        <p:spPr bwMode="auto">
          <a:xfrm>
            <a:off x="301625" y="228600"/>
            <a:ext cx="8510588" cy="1325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18115" name="Rectangle 3"/>
          <p:cNvSpPr>
            <a:spLocks noGrp="1" noRot="1" noChangeArrowheads="1"/>
          </p:cNvSpPr>
          <p:nvPr>
            <p:ph type="body" idx="1"/>
          </p:nvPr>
        </p:nvSpPr>
        <p:spPr bwMode="auto">
          <a:xfrm>
            <a:off x="301625" y="1676400"/>
            <a:ext cx="8540750" cy="4422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18116" name="Rectangle 4"/>
          <p:cNvSpPr>
            <a:spLocks noGrp="1" noChangeArrowheads="1"/>
          </p:cNvSpPr>
          <p:nvPr>
            <p:ph type="dt" sz="half" idx="2"/>
          </p:nvPr>
        </p:nvSpPr>
        <p:spPr bwMode="auto">
          <a:xfrm>
            <a:off x="3048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effectLst>
                  <a:outerShdw blurRad="38100" dist="38100" dir="2700000" algn="tl">
                    <a:srgbClr val="000000"/>
                  </a:outerShdw>
                </a:effectLst>
                <a:latin typeface="+mn-lt"/>
              </a:defRPr>
            </a:lvl1pPr>
          </a:lstStyle>
          <a:p>
            <a:pPr>
              <a:defRPr/>
            </a:pPr>
            <a:endParaRPr lang="en-US"/>
          </a:p>
        </p:txBody>
      </p:sp>
      <p:sp>
        <p:nvSpPr>
          <p:cNvPr id="21811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effectLst>
                  <a:outerShdw blurRad="38100" dist="38100" dir="2700000" algn="tl">
                    <a:srgbClr val="000000"/>
                  </a:outerShdw>
                </a:effectLst>
                <a:latin typeface="+mn-lt"/>
              </a:defRPr>
            </a:lvl1pPr>
          </a:lstStyle>
          <a:p>
            <a:pPr>
              <a:defRPr/>
            </a:pPr>
            <a:endParaRPr lang="en-US"/>
          </a:p>
        </p:txBody>
      </p:sp>
      <p:sp>
        <p:nvSpPr>
          <p:cNvPr id="218118" name="Rectangle 6"/>
          <p:cNvSpPr>
            <a:spLocks noGrp="1" noChangeArrowheads="1"/>
          </p:cNvSpPr>
          <p:nvPr>
            <p:ph type="sldNum" sz="quarter" idx="4"/>
          </p:nvPr>
        </p:nvSpPr>
        <p:spPr bwMode="auto">
          <a:xfrm>
            <a:off x="65532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effectLst>
                  <a:outerShdw blurRad="38100" dist="38100" dir="2700000" algn="tl">
                    <a:srgbClr val="000000"/>
                  </a:outerShdw>
                </a:effectLst>
                <a:latin typeface="Arial" panose="020B0604020202020204" pitchFamily="34" charset="0"/>
              </a:defRPr>
            </a:lvl1pPr>
          </a:lstStyle>
          <a:p>
            <a:fld id="{3BE01B54-7532-49B1-B9F3-19716D73EAD5}"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089" r:id="rId1"/>
    <p:sldLayoutId id="2147484090" r:id="rId2"/>
    <p:sldLayoutId id="2147484091" r:id="rId3"/>
    <p:sldLayoutId id="2147484092" r:id="rId4"/>
    <p:sldLayoutId id="2147484093" r:id="rId5"/>
    <p:sldLayoutId id="2147484094" r:id="rId6"/>
    <p:sldLayoutId id="2147484095" r:id="rId7"/>
    <p:sldLayoutId id="2147484096" r:id="rId8"/>
    <p:sldLayoutId id="2147484097" r:id="rId9"/>
    <p:sldLayoutId id="2147484098" r:id="rId10"/>
    <p:sldLayoutId id="2147484099" r:id="rId11"/>
    <p:sldLayoutId id="2147484122" r:id="rId12"/>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3"/>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7172" name="Rectangle 4"/>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223237" name="Rectangle 5"/>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defRPr sz="1400">
                <a:latin typeface="+mn-lt"/>
                <a:ea typeface="+mn-ea"/>
              </a:defRPr>
            </a:lvl1pPr>
          </a:lstStyle>
          <a:p>
            <a:pPr>
              <a:defRPr/>
            </a:pPr>
            <a:endParaRPr lang="en-US"/>
          </a:p>
        </p:txBody>
      </p:sp>
      <p:sp>
        <p:nvSpPr>
          <p:cNvPr id="223238"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eaLnBrk="0" hangingPunct="0">
              <a:defRPr sz="1400">
                <a:latin typeface="+mn-lt"/>
                <a:ea typeface="+mn-ea"/>
              </a:defRPr>
            </a:lvl1pPr>
          </a:lstStyle>
          <a:p>
            <a:pPr>
              <a:defRPr/>
            </a:pPr>
            <a:endParaRPr lang="en-US"/>
          </a:p>
        </p:txBody>
      </p:sp>
      <p:sp>
        <p:nvSpPr>
          <p:cNvPr id="223239" name="Rectangle 7"/>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defRPr sz="1400">
                <a:latin typeface="Arial" panose="020B0604020202020204" pitchFamily="34" charset="0"/>
              </a:defRPr>
            </a:lvl1pPr>
          </a:lstStyle>
          <a:p>
            <a:fld id="{C0A4ACE2-0A88-4A29-B482-D6CC6FED9059}"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123"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ＭＳ Ｐゴシック" pitchFamily="116" charset="-128"/>
        </a:defRPr>
      </a:lvl2pPr>
      <a:lvl3pPr algn="ctr" rtl="0" eaLnBrk="0" fontAlgn="base" hangingPunct="0">
        <a:spcBef>
          <a:spcPct val="0"/>
        </a:spcBef>
        <a:spcAft>
          <a:spcPct val="0"/>
        </a:spcAft>
        <a:defRPr kumimoji="1" sz="4400">
          <a:solidFill>
            <a:schemeClr val="tx2"/>
          </a:solidFill>
          <a:latin typeface="Arial" charset="0"/>
          <a:ea typeface="ＭＳ Ｐゴシック" pitchFamily="116" charset="-128"/>
        </a:defRPr>
      </a:lvl3pPr>
      <a:lvl4pPr algn="ctr" rtl="0" eaLnBrk="0" fontAlgn="base" hangingPunct="0">
        <a:spcBef>
          <a:spcPct val="0"/>
        </a:spcBef>
        <a:spcAft>
          <a:spcPct val="0"/>
        </a:spcAft>
        <a:defRPr kumimoji="1" sz="4400">
          <a:solidFill>
            <a:schemeClr val="tx2"/>
          </a:solidFill>
          <a:latin typeface="Arial" charset="0"/>
          <a:ea typeface="ＭＳ Ｐゴシック" pitchFamily="116" charset="-128"/>
        </a:defRPr>
      </a:lvl4pPr>
      <a:lvl5pPr algn="ctr" rtl="0" eaLnBrk="0" fontAlgn="base" hangingPunct="0">
        <a:spcBef>
          <a:spcPct val="0"/>
        </a:spcBef>
        <a:spcAft>
          <a:spcPct val="0"/>
        </a:spcAft>
        <a:defRPr kumimoji="1" sz="4400">
          <a:solidFill>
            <a:schemeClr val="tx2"/>
          </a:solidFill>
          <a:latin typeface="Arial" charset="0"/>
          <a:ea typeface="ＭＳ Ｐゴシック" pitchFamily="116" charset="-128"/>
        </a:defRPr>
      </a:lvl5pPr>
      <a:lvl6pPr marL="457200" algn="ctr" rtl="0" fontAlgn="base">
        <a:spcBef>
          <a:spcPct val="0"/>
        </a:spcBef>
        <a:spcAft>
          <a:spcPct val="0"/>
        </a:spcAft>
        <a:defRPr kumimoji="1" sz="4400">
          <a:solidFill>
            <a:schemeClr val="tx2"/>
          </a:solidFill>
          <a:latin typeface="Arial" charset="0"/>
          <a:ea typeface="ＭＳ Ｐゴシック" pitchFamily="116" charset="-128"/>
        </a:defRPr>
      </a:lvl6pPr>
      <a:lvl7pPr marL="914400" algn="ctr" rtl="0" fontAlgn="base">
        <a:spcBef>
          <a:spcPct val="0"/>
        </a:spcBef>
        <a:spcAft>
          <a:spcPct val="0"/>
        </a:spcAft>
        <a:defRPr kumimoji="1" sz="4400">
          <a:solidFill>
            <a:schemeClr val="tx2"/>
          </a:solidFill>
          <a:latin typeface="Arial" charset="0"/>
          <a:ea typeface="ＭＳ Ｐゴシック" pitchFamily="116" charset="-128"/>
        </a:defRPr>
      </a:lvl7pPr>
      <a:lvl8pPr marL="1371600" algn="ctr" rtl="0" fontAlgn="base">
        <a:spcBef>
          <a:spcPct val="0"/>
        </a:spcBef>
        <a:spcAft>
          <a:spcPct val="0"/>
        </a:spcAft>
        <a:defRPr kumimoji="1" sz="4400">
          <a:solidFill>
            <a:schemeClr val="tx2"/>
          </a:solidFill>
          <a:latin typeface="Arial" charset="0"/>
          <a:ea typeface="ＭＳ Ｐゴシック" pitchFamily="116" charset="-128"/>
        </a:defRPr>
      </a:lvl8pPr>
      <a:lvl9pPr marL="1828800" algn="ctr" rtl="0" fontAlgn="base">
        <a:spcBef>
          <a:spcPct val="0"/>
        </a:spcBef>
        <a:spcAft>
          <a:spcPct val="0"/>
        </a:spcAft>
        <a:defRPr kumimoji="1" sz="4400">
          <a:solidFill>
            <a:schemeClr val="tx2"/>
          </a:solidFill>
          <a:latin typeface="Arial" charset="0"/>
          <a:ea typeface="ＭＳ Ｐゴシック" pitchFamily="116" charset="-128"/>
        </a:defRPr>
      </a:lvl9pPr>
    </p:titleStyle>
    <p:bodyStyle>
      <a:lvl1pPr marL="342900" indent="-342900" algn="l" rtl="0" eaLnBrk="0" fontAlgn="base" hangingPunct="0">
        <a:spcBef>
          <a:spcPct val="20000"/>
        </a:spcBef>
        <a:spcAft>
          <a:spcPct val="0"/>
        </a:spcAft>
        <a:buBlip>
          <a:blip r:embed="rId14"/>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bwMode="auto">
          <a:xfrm>
            <a:off x="301625" y="228600"/>
            <a:ext cx="8510588"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8195" name="Rectangle 3"/>
          <p:cNvSpPr>
            <a:spLocks noGrp="1" noRot="1" noChangeArrowheads="1"/>
          </p:cNvSpPr>
          <p:nvPr>
            <p:ph type="body" idx="1"/>
          </p:nvPr>
        </p:nvSpPr>
        <p:spPr bwMode="auto">
          <a:xfrm>
            <a:off x="301625" y="1676400"/>
            <a:ext cx="8540750" cy="442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4340" name="Rectangle 4"/>
          <p:cNvSpPr>
            <a:spLocks noGrp="1" noChangeArrowheads="1"/>
          </p:cNvSpPr>
          <p:nvPr>
            <p:ph type="dt" sz="half" idx="2"/>
          </p:nvPr>
        </p:nvSpPr>
        <p:spPr bwMode="auto">
          <a:xfrm>
            <a:off x="3048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solidFill>
                  <a:schemeClr val="tx1"/>
                </a:solidFill>
                <a:effectLst>
                  <a:outerShdw blurRad="38100" dist="38100" dir="2700000" algn="tl">
                    <a:srgbClr val="000000"/>
                  </a:outerShdw>
                </a:effectLst>
                <a:latin typeface="+mn-lt"/>
              </a:defRPr>
            </a:lvl1pPr>
          </a:lstStyle>
          <a:p>
            <a:pPr>
              <a:defRPr/>
            </a:pPr>
            <a:endParaRPr lang="en-US"/>
          </a:p>
        </p:txBody>
      </p:sp>
      <p:sp>
        <p:nvSpPr>
          <p:cNvPr id="1434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solidFill>
                  <a:schemeClr val="tx1"/>
                </a:solidFill>
                <a:effectLst>
                  <a:outerShdw blurRad="38100" dist="38100" dir="2700000" algn="tl">
                    <a:srgbClr val="000000"/>
                  </a:outerShdw>
                </a:effectLst>
                <a:latin typeface="+mn-lt"/>
              </a:defRPr>
            </a:lvl1pPr>
          </a:lstStyle>
          <a:p>
            <a:pPr>
              <a:defRPr/>
            </a:pPr>
            <a:endParaRPr lang="en-US"/>
          </a:p>
        </p:txBody>
      </p:sp>
      <p:sp>
        <p:nvSpPr>
          <p:cNvPr id="14342" name="Rectangle 6"/>
          <p:cNvSpPr>
            <a:spLocks noGrp="1" noChangeArrowheads="1"/>
          </p:cNvSpPr>
          <p:nvPr>
            <p:ph type="sldNum" sz="quarter" idx="4"/>
          </p:nvPr>
        </p:nvSpPr>
        <p:spPr bwMode="auto">
          <a:xfrm>
            <a:off x="65532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effectLst>
                  <a:outerShdw blurRad="38100" dist="38100" dir="2700000" algn="tl">
                    <a:srgbClr val="000000"/>
                  </a:outerShdw>
                </a:effectLst>
                <a:latin typeface="Arial" panose="020B0604020202020204" pitchFamily="34" charset="0"/>
              </a:defRPr>
            </a:lvl1pPr>
          </a:lstStyle>
          <a:p>
            <a:fld id="{5B48DF00-20D8-490E-AE47-3207A65662A7}"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transition/>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hemeOverride" Target="../theme/themeOverride2.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hemeOverride" Target="../theme/themeOverride7.xml"/><Relationship Id="rId5" Type="http://schemas.openxmlformats.org/officeDocument/2006/relationships/image" Target="../media/image8.png"/><Relationship Id="rId4" Type="http://schemas.openxmlformats.org/officeDocument/2006/relationships/hyperlink" Target="http://www.who.int/tdr/diseases/malaria/images/lifecycle.gif"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hemeOverride" Target="../theme/themeOverride8.xml"/><Relationship Id="rId5" Type="http://schemas.openxmlformats.org/officeDocument/2006/relationships/image" Target="../media/image8.png"/><Relationship Id="rId4" Type="http://schemas.openxmlformats.org/officeDocument/2006/relationships/hyperlink" Target="http://www.who.int/tdr/diseases/malaria/images/lifecycle.gif"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9.xml"/><Relationship Id="rId1" Type="http://schemas.openxmlformats.org/officeDocument/2006/relationships/slideLayout" Target="../slideLayouts/slideLayout4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75.xml"/><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22.xml"/><Relationship Id="rId1" Type="http://schemas.openxmlformats.org/officeDocument/2006/relationships/slideLayout" Target="../slideLayouts/slideLayout59.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57.xml"/><Relationship Id="rId2" Type="http://schemas.openxmlformats.org/officeDocument/2006/relationships/control" Target="../activeX/activeX1.xml"/><Relationship Id="rId1" Type="http://schemas.openxmlformats.org/officeDocument/2006/relationships/vmlDrawing" Target="../drawings/vmlDrawing1.vml"/><Relationship Id="rId5" Type="http://schemas.openxmlformats.org/officeDocument/2006/relationships/image" Target="../media/image16.wmf"/><Relationship Id="rId4"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27.xml"/><Relationship Id="rId1" Type="http://schemas.openxmlformats.org/officeDocument/2006/relationships/slideLayout" Target="../slideLayouts/slideLayout47.xml"/><Relationship Id="rId4" Type="http://schemas.openxmlformats.org/officeDocument/2006/relationships/image" Target="../media/image18.jpe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685800" y="381000"/>
            <a:ext cx="7772400" cy="1470025"/>
          </a:xfrm>
        </p:spPr>
        <p:txBody>
          <a:bodyPr/>
          <a:lstStyle/>
          <a:p>
            <a:pPr eaLnBrk="1" hangingPunct="1"/>
            <a:r>
              <a:rPr lang="en-US" altLang="en-US" sz="5400" smtClean="0"/>
              <a:t>Presentation Suggestions</a:t>
            </a:r>
          </a:p>
        </p:txBody>
      </p:sp>
      <p:sp>
        <p:nvSpPr>
          <p:cNvPr id="12291" name="Rectangle 9"/>
          <p:cNvSpPr>
            <a:spLocks noGrp="1" noChangeArrowheads="1"/>
          </p:cNvSpPr>
          <p:nvPr>
            <p:ph type="subTitle" idx="1"/>
          </p:nvPr>
        </p:nvSpPr>
        <p:spPr>
          <a:xfrm>
            <a:off x="0" y="1752600"/>
            <a:ext cx="9144000" cy="1752600"/>
          </a:xfrm>
        </p:spPr>
        <p:txBody>
          <a:bodyPr/>
          <a:lstStyle/>
          <a:p>
            <a:pPr eaLnBrk="1" hangingPunct="1"/>
            <a:r>
              <a:rPr lang="en-US" altLang="en-US" sz="2800" smtClean="0"/>
              <a:t>Dr. Burnett and Dr. Singiser</a:t>
            </a:r>
          </a:p>
          <a:p>
            <a:pPr eaLnBrk="1" hangingPunct="1"/>
            <a:r>
              <a:rPr lang="en-US" altLang="en-US" sz="2400" smtClean="0"/>
              <a:t>BIOL/CHEM 4900</a:t>
            </a:r>
          </a:p>
        </p:txBody>
      </p:sp>
      <p:pic>
        <p:nvPicPr>
          <p:cNvPr id="12292" name="Picture 4" descr="Pumpki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048000"/>
            <a:ext cx="4191000"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Text Box 5"/>
          <p:cNvSpPr txBox="1">
            <a:spLocks noChangeArrowheads="1"/>
          </p:cNvSpPr>
          <p:nvPr/>
        </p:nvSpPr>
        <p:spPr bwMode="auto">
          <a:xfrm>
            <a:off x="4870450" y="6172200"/>
            <a:ext cx="19113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900"/>
              <a:t>Photo courtesy of Dr. Nickie Cauthen</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85800" y="304800"/>
            <a:ext cx="3352800" cy="1371600"/>
          </a:xfrm>
        </p:spPr>
        <p:txBody>
          <a:bodyPr/>
          <a:lstStyle/>
          <a:p>
            <a:pPr eaLnBrk="1" hangingPunct="1"/>
            <a:r>
              <a:rPr lang="en-US" altLang="en-US" sz="4000" smtClean="0"/>
              <a:t>A Sad Day on Sesame Street </a:t>
            </a:r>
          </a:p>
        </p:txBody>
      </p:sp>
      <p:sp>
        <p:nvSpPr>
          <p:cNvPr id="13315" name="Rectangle 7"/>
          <p:cNvSpPr>
            <a:spLocks noGrp="1" noChangeArrowheads="1"/>
          </p:cNvSpPr>
          <p:nvPr>
            <p:ph type="body" sz="half" idx="1"/>
          </p:nvPr>
        </p:nvSpPr>
        <p:spPr>
          <a:xfrm>
            <a:off x="685800" y="2286000"/>
            <a:ext cx="3810000" cy="3810000"/>
          </a:xfrm>
        </p:spPr>
        <p:txBody>
          <a:bodyPr/>
          <a:lstStyle/>
          <a:p>
            <a:pPr eaLnBrk="1" hangingPunct="1"/>
            <a:r>
              <a:rPr lang="en-US" altLang="en-US" sz="2800" smtClean="0"/>
              <a:t>Citing your images</a:t>
            </a:r>
          </a:p>
          <a:p>
            <a:pPr eaLnBrk="1" hangingPunct="1"/>
            <a:r>
              <a:rPr lang="en-US" altLang="en-US" sz="2800" smtClean="0"/>
              <a:t>Use small print</a:t>
            </a:r>
          </a:p>
        </p:txBody>
      </p:sp>
      <p:sp>
        <p:nvSpPr>
          <p:cNvPr id="13316" name="Rectangle 3"/>
          <p:cNvSpPr>
            <a:spLocks noChangeArrowheads="1"/>
          </p:cNvSpPr>
          <p:nvPr/>
        </p:nvSpPr>
        <p:spPr bwMode="auto">
          <a:xfrm>
            <a:off x="4572000" y="6324600"/>
            <a:ext cx="4343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000"/>
              <a:t>http://www.bilibala.com/veryveryfunny/html/jokedata/sadday.html </a:t>
            </a:r>
            <a:endParaRPr lang="en-US" altLang="en-US"/>
          </a:p>
        </p:txBody>
      </p:sp>
      <p:pic>
        <p:nvPicPr>
          <p:cNvPr id="13317" name="Picture 9" descr="Sad Day"/>
          <p:cNvPicPr>
            <a:picLocks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4648200" y="304800"/>
            <a:ext cx="4132263" cy="6019800"/>
          </a:xfrm>
          <a:noFill/>
        </p:spPr>
      </p:pic>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smtClean="0"/>
              <a:t>Example of a Bad Color Scheme</a:t>
            </a:r>
          </a:p>
        </p:txBody>
      </p:sp>
      <p:sp>
        <p:nvSpPr>
          <p:cNvPr id="14339" name="Rectangle 3"/>
          <p:cNvSpPr>
            <a:spLocks noGrp="1" noChangeArrowheads="1"/>
          </p:cNvSpPr>
          <p:nvPr>
            <p:ph type="body" idx="1"/>
          </p:nvPr>
        </p:nvSpPr>
        <p:spPr/>
        <p:txBody>
          <a:bodyPr/>
          <a:lstStyle/>
          <a:p>
            <a:pPr eaLnBrk="1" hangingPunct="1">
              <a:lnSpc>
                <a:spcPct val="90000"/>
              </a:lnSpc>
            </a:pPr>
            <a:r>
              <a:rPr lang="en-US" altLang="en-US" smtClean="0"/>
              <a:t>Fonts in the same color family as the background do not show up well.</a:t>
            </a:r>
          </a:p>
          <a:p>
            <a:pPr eaLnBrk="1" hangingPunct="1">
              <a:lnSpc>
                <a:spcPct val="90000"/>
              </a:lnSpc>
            </a:pPr>
            <a:r>
              <a:rPr lang="en-US" altLang="en-US" smtClean="0"/>
              <a:t>Here are some tips for good color combinations</a:t>
            </a:r>
          </a:p>
          <a:p>
            <a:pPr lvl="1" eaLnBrk="1" hangingPunct="1">
              <a:lnSpc>
                <a:spcPct val="90000"/>
              </a:lnSpc>
            </a:pPr>
            <a:r>
              <a:rPr lang="en-US" altLang="en-US" smtClean="0"/>
              <a:t>Use the Design Templates</a:t>
            </a:r>
          </a:p>
          <a:p>
            <a:pPr lvl="2" eaLnBrk="1" hangingPunct="1">
              <a:lnSpc>
                <a:spcPct val="90000"/>
              </a:lnSpc>
            </a:pPr>
            <a:r>
              <a:rPr lang="en-US" altLang="en-US" smtClean="0"/>
              <a:t>Go under the format menu and select Slide Design</a:t>
            </a:r>
          </a:p>
          <a:p>
            <a:pPr lvl="1" eaLnBrk="1" hangingPunct="1">
              <a:lnSpc>
                <a:spcPct val="90000"/>
              </a:lnSpc>
            </a:pPr>
            <a:r>
              <a:rPr lang="en-US" altLang="en-US" smtClean="0"/>
              <a:t>Use the Standard Color schemes</a:t>
            </a:r>
          </a:p>
          <a:p>
            <a:pPr lvl="2" eaLnBrk="1" hangingPunct="1">
              <a:lnSpc>
                <a:spcPct val="90000"/>
              </a:lnSpc>
            </a:pPr>
            <a:r>
              <a:rPr lang="en-US" altLang="en-US" smtClean="0"/>
              <a:t>You can’t go wrong with the dark blue background and yellow or white text</a:t>
            </a:r>
          </a:p>
        </p:txBody>
      </p:sp>
    </p:spTree>
  </p:cSld>
  <p:clrMapOvr>
    <a:overrideClrMapping bg1="lt1" tx1="dk1" bg2="lt2" tx2="dk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66FF"/>
            </a:gs>
            <a:gs pos="100000">
              <a:srgbClr val="001636"/>
            </a:gs>
          </a:gsLst>
          <a:lin ang="5400000" scaled="1"/>
        </a:gra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smtClean="0">
                <a:solidFill>
                  <a:srgbClr val="000000"/>
                </a:solidFill>
              </a:rPr>
              <a:t>Another Bad Color Scheme</a:t>
            </a:r>
          </a:p>
        </p:txBody>
      </p:sp>
      <p:sp>
        <p:nvSpPr>
          <p:cNvPr id="15363" name="Rectangle 3"/>
          <p:cNvSpPr>
            <a:spLocks noGrp="1" noChangeArrowheads="1"/>
          </p:cNvSpPr>
          <p:nvPr>
            <p:ph type="body" idx="1"/>
          </p:nvPr>
        </p:nvSpPr>
        <p:spPr>
          <a:xfrm>
            <a:off x="457200" y="1600200"/>
            <a:ext cx="8229600" cy="4876800"/>
          </a:xfrm>
        </p:spPr>
        <p:txBody>
          <a:bodyPr/>
          <a:lstStyle/>
          <a:p>
            <a:pPr eaLnBrk="1" hangingPunct="1">
              <a:lnSpc>
                <a:spcPct val="90000"/>
              </a:lnSpc>
            </a:pPr>
            <a:r>
              <a:rPr lang="en-US" altLang="en-US" smtClean="0">
                <a:solidFill>
                  <a:srgbClr val="000000"/>
                </a:solidFill>
              </a:rPr>
              <a:t>Dark text on dark background</a:t>
            </a:r>
          </a:p>
          <a:p>
            <a:pPr eaLnBrk="1" hangingPunct="1">
              <a:lnSpc>
                <a:spcPct val="90000"/>
              </a:lnSpc>
            </a:pPr>
            <a:r>
              <a:rPr lang="en-US" altLang="en-US" smtClean="0">
                <a:solidFill>
                  <a:srgbClr val="000000"/>
                </a:solidFill>
              </a:rPr>
              <a:t>Beware of shaded backgrounds</a:t>
            </a: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r>
              <a:rPr lang="en-US" altLang="en-US" smtClean="0">
                <a:solidFill>
                  <a:srgbClr val="000000"/>
                </a:solidFill>
              </a:rPr>
              <a:t>The dark text is harder to read down here</a:t>
            </a:r>
          </a:p>
        </p:txBody>
      </p:sp>
    </p:spTree>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smtClean="0">
                <a:solidFill>
                  <a:srgbClr val="FFFF00"/>
                </a:solidFill>
              </a:rPr>
              <a:t>Distracting Backgrounds</a:t>
            </a:r>
          </a:p>
        </p:txBody>
      </p:sp>
      <p:sp>
        <p:nvSpPr>
          <p:cNvPr id="16387" name="Rectangle 3"/>
          <p:cNvSpPr>
            <a:spLocks noGrp="1" noChangeArrowheads="1"/>
          </p:cNvSpPr>
          <p:nvPr>
            <p:ph type="body" idx="1"/>
          </p:nvPr>
        </p:nvSpPr>
        <p:spPr/>
        <p:txBody>
          <a:bodyPr/>
          <a:lstStyle/>
          <a:p>
            <a:pPr eaLnBrk="1" hangingPunct="1"/>
            <a:r>
              <a:rPr lang="en-US" altLang="en-US" smtClean="0">
                <a:solidFill>
                  <a:schemeClr val="bg1"/>
                </a:solidFill>
              </a:rPr>
              <a:t>Color</a:t>
            </a:r>
          </a:p>
          <a:p>
            <a:pPr lvl="1" eaLnBrk="1" hangingPunct="1"/>
            <a:r>
              <a:rPr lang="en-US" altLang="en-US" smtClean="0">
                <a:solidFill>
                  <a:schemeClr val="bg1"/>
                </a:solidFill>
              </a:rPr>
              <a:t>Too bright</a:t>
            </a:r>
          </a:p>
          <a:p>
            <a:pPr lvl="1" eaLnBrk="1" hangingPunct="1"/>
            <a:r>
              <a:rPr lang="en-US" altLang="en-US" smtClean="0">
                <a:solidFill>
                  <a:schemeClr val="bg1"/>
                </a:solidFill>
              </a:rPr>
              <a:t>Not enough contrast</a:t>
            </a:r>
          </a:p>
          <a:p>
            <a:pPr lvl="1" eaLnBrk="1" hangingPunct="1"/>
            <a:r>
              <a:rPr lang="en-US" altLang="en-US" smtClean="0">
                <a:solidFill>
                  <a:schemeClr val="bg1"/>
                </a:solidFill>
              </a:rPr>
              <a:t>Some colors will look different when projected</a:t>
            </a:r>
          </a:p>
          <a:p>
            <a:pPr eaLnBrk="1" hangingPunct="1"/>
            <a:r>
              <a:rPr lang="en-US" altLang="en-US" smtClean="0">
                <a:solidFill>
                  <a:schemeClr val="bg1"/>
                </a:solidFill>
              </a:rPr>
              <a:t>Distracting designs</a:t>
            </a:r>
          </a:p>
          <a:p>
            <a:pPr eaLnBrk="1" hangingPunct="1"/>
            <a:endParaRPr lang="en-US" altLang="en-US" smtClean="0">
              <a:solidFill>
                <a:schemeClr val="bg1"/>
              </a:solidFill>
            </a:endParaRPr>
          </a:p>
        </p:txBody>
      </p:sp>
    </p:spTree>
  </p:cSld>
  <p:clrMapOvr>
    <a:masterClrMapping/>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hammo49-led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533400"/>
            <a:ext cx="440055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1" name="Picture 3" descr="chammo49-led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533400"/>
            <a:ext cx="440055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Rectangle 4"/>
          <p:cNvSpPr>
            <a:spLocks noGrp="1" noChangeArrowheads="1"/>
          </p:cNvSpPr>
          <p:nvPr>
            <p:ph type="title"/>
          </p:nvPr>
        </p:nvSpPr>
        <p:spPr/>
        <p:txBody>
          <a:bodyPr/>
          <a:lstStyle/>
          <a:p>
            <a:pPr algn="l" eaLnBrk="1" hangingPunct="1">
              <a:defRPr/>
            </a:pPr>
            <a:r>
              <a:rPr lang="en-US" smtClean="0">
                <a:solidFill>
                  <a:srgbClr val="58764E"/>
                </a:solidFill>
                <a:effectLst>
                  <a:outerShdw blurRad="38100" dist="38100" dir="2700000" algn="tl">
                    <a:srgbClr val="000000"/>
                  </a:outerShdw>
                </a:effectLst>
                <a:latin typeface="Book Antiqua" pitchFamily="18" charset="0"/>
              </a:rPr>
              <a:t>Regulation of Herbs and Drugs</a:t>
            </a:r>
          </a:p>
        </p:txBody>
      </p:sp>
      <p:sp>
        <p:nvSpPr>
          <p:cNvPr id="121861" name="Rectangle 5"/>
          <p:cNvSpPr>
            <a:spLocks noGrp="1" noChangeArrowheads="1"/>
          </p:cNvSpPr>
          <p:nvPr>
            <p:ph type="body" idx="1"/>
          </p:nvPr>
        </p:nvSpPr>
        <p:spPr/>
        <p:txBody>
          <a:bodyPr/>
          <a:lstStyle/>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Regulation varies from country to country </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Herbs are classified as dietary supplements in United States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Manufacturers are limited in claims they can make</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US Regulating Agencies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American Herbal Products Association</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Natural Nutritional Foods Association</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Safety with herbs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Be informed</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Dosage</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Side effects</a:t>
            </a:r>
          </a:p>
        </p:txBody>
      </p:sp>
    </p:spTree>
  </p:cSld>
  <p:clrMapOvr>
    <a:masterClrMapping/>
  </p:clrMapOvr>
  <p:transition>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04800" y="609600"/>
            <a:ext cx="8534400" cy="1143000"/>
          </a:xfrm>
        </p:spPr>
        <p:txBody>
          <a:bodyPr/>
          <a:lstStyle/>
          <a:p>
            <a:pPr eaLnBrk="1" hangingPunct="1"/>
            <a:r>
              <a:rPr lang="en-US" altLang="en-US" smtClean="0"/>
              <a:t>Text on Slides</a:t>
            </a:r>
          </a:p>
        </p:txBody>
      </p:sp>
      <p:sp>
        <p:nvSpPr>
          <p:cNvPr id="18435" name="Rectangle 3"/>
          <p:cNvSpPr>
            <a:spLocks noGrp="1" noChangeArrowheads="1"/>
          </p:cNvSpPr>
          <p:nvPr>
            <p:ph type="body" idx="1"/>
          </p:nvPr>
        </p:nvSpPr>
        <p:spPr/>
        <p:txBody>
          <a:bodyPr/>
          <a:lstStyle/>
          <a:p>
            <a:pPr eaLnBrk="1" hangingPunct="1"/>
            <a:r>
              <a:rPr lang="en-US" altLang="en-US" smtClean="0"/>
              <a:t>How much text should be on a slide?</a:t>
            </a:r>
          </a:p>
          <a:p>
            <a:pPr eaLnBrk="1" hangingPunct="1"/>
            <a:r>
              <a:rPr lang="en-US" altLang="en-US" smtClean="0"/>
              <a:t>Presentation vs. lecture</a:t>
            </a:r>
          </a:p>
          <a:p>
            <a:pPr eaLnBrk="1" hangingPunct="1"/>
            <a:r>
              <a:rPr lang="en-US" altLang="en-US" smtClean="0"/>
              <a:t>Bullet points</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447800" y="304800"/>
            <a:ext cx="6096000" cy="1524000"/>
          </a:xfrm>
        </p:spPr>
        <p:txBody>
          <a:bodyPr/>
          <a:lstStyle/>
          <a:p>
            <a:pPr eaLnBrk="1" hangingPunct="1"/>
            <a:r>
              <a:rPr lang="en-US" altLang="en-US" smtClean="0"/>
              <a:t>Decorating Your House for Halloween</a:t>
            </a:r>
          </a:p>
        </p:txBody>
      </p:sp>
      <p:sp>
        <p:nvSpPr>
          <p:cNvPr id="19459" name="Rectangle 3"/>
          <p:cNvSpPr>
            <a:spLocks noGrp="1" noChangeArrowheads="1"/>
          </p:cNvSpPr>
          <p:nvPr>
            <p:ph type="body" idx="1"/>
          </p:nvPr>
        </p:nvSpPr>
        <p:spPr/>
        <p:txBody>
          <a:bodyPr/>
          <a:lstStyle/>
          <a:p>
            <a:pPr eaLnBrk="1" hangingPunct="1"/>
            <a:r>
              <a:rPr lang="en-US" altLang="en-US" sz="2000" smtClean="0"/>
              <a:t>It is important to decorate your house for Halloween so that children can find who is giving out candy.  If your house isn’t decorated then kids won’t come to your house.</a:t>
            </a:r>
          </a:p>
          <a:p>
            <a:pPr eaLnBrk="1" hangingPunct="1"/>
            <a:r>
              <a:rPr lang="en-US" altLang="en-US" sz="2000" smtClean="0"/>
              <a:t>Spooky decorations are fun, but they may scare the smaller kids away.</a:t>
            </a:r>
          </a:p>
          <a:p>
            <a:pPr eaLnBrk="1" hangingPunct="1"/>
            <a:r>
              <a:rPr lang="en-US" altLang="en-US" sz="2000" smtClean="0"/>
              <a:t>Cheesy decorations can be found EVERYWHERE  and most people love them.  </a:t>
            </a:r>
          </a:p>
          <a:p>
            <a:pPr eaLnBrk="1" hangingPunct="1"/>
            <a:r>
              <a:rPr lang="en-US" altLang="en-US" sz="2000" smtClean="0"/>
              <a:t>Funny decorations can be offensive to some so be careful.  Make sure they are politically correct and clean.</a:t>
            </a:r>
          </a:p>
          <a:p>
            <a:pPr eaLnBrk="1" hangingPunct="1"/>
            <a:r>
              <a:rPr lang="en-US" altLang="en-US" sz="2000" smtClean="0"/>
              <a:t>Homemade decorations are the cheapest and they are fun to make.  You can make spooky, cheesy and funny decorations for ½ the cost of buying them.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152400"/>
            <a:ext cx="9144000" cy="1143000"/>
          </a:xfrm>
        </p:spPr>
        <p:txBody>
          <a:bodyPr/>
          <a:lstStyle/>
          <a:p>
            <a:pPr eaLnBrk="1" hangingPunct="1"/>
            <a:r>
              <a:rPr lang="en-US" altLang="en-US" smtClean="0"/>
              <a:t>Halloween Decorations</a:t>
            </a:r>
          </a:p>
        </p:txBody>
      </p:sp>
      <p:sp>
        <p:nvSpPr>
          <p:cNvPr id="8195" name="Rectangle 3"/>
          <p:cNvSpPr>
            <a:spLocks noGrp="1" noChangeArrowheads="1"/>
          </p:cNvSpPr>
          <p:nvPr>
            <p:ph type="body" idx="1"/>
          </p:nvPr>
        </p:nvSpPr>
        <p:spPr>
          <a:xfrm>
            <a:off x="685800" y="1447800"/>
            <a:ext cx="3505200" cy="5105400"/>
          </a:xfrm>
        </p:spPr>
        <p:txBody>
          <a:bodyPr/>
          <a:lstStyle/>
          <a:p>
            <a:pPr eaLnBrk="1" hangingPunct="1">
              <a:lnSpc>
                <a:spcPct val="80000"/>
              </a:lnSpc>
            </a:pPr>
            <a:r>
              <a:rPr lang="en-US" altLang="en-US" sz="2400" smtClean="0"/>
              <a:t>Importance</a:t>
            </a:r>
          </a:p>
          <a:p>
            <a:pPr lvl="1" eaLnBrk="1" hangingPunct="1">
              <a:lnSpc>
                <a:spcPct val="80000"/>
              </a:lnSpc>
            </a:pPr>
            <a:r>
              <a:rPr lang="en-US" altLang="en-US" sz="2000" smtClean="0"/>
              <a:t>Spirit</a:t>
            </a:r>
          </a:p>
          <a:p>
            <a:pPr lvl="1" eaLnBrk="1" hangingPunct="1">
              <a:lnSpc>
                <a:spcPct val="80000"/>
              </a:lnSpc>
            </a:pPr>
            <a:r>
              <a:rPr lang="en-US" altLang="en-US" sz="2000" smtClean="0"/>
              <a:t>Marking your house</a:t>
            </a:r>
          </a:p>
          <a:p>
            <a:pPr eaLnBrk="1" hangingPunct="1">
              <a:lnSpc>
                <a:spcPct val="80000"/>
              </a:lnSpc>
            </a:pPr>
            <a:r>
              <a:rPr lang="en-US" altLang="en-US" sz="2400" smtClean="0"/>
              <a:t>Types of Decorations</a:t>
            </a:r>
          </a:p>
          <a:p>
            <a:pPr lvl="1" eaLnBrk="1" hangingPunct="1">
              <a:lnSpc>
                <a:spcPct val="80000"/>
              </a:lnSpc>
            </a:pPr>
            <a:r>
              <a:rPr lang="en-US" altLang="en-US" sz="2000" smtClean="0"/>
              <a:t>Spooky</a:t>
            </a:r>
          </a:p>
          <a:p>
            <a:pPr lvl="2" eaLnBrk="1" hangingPunct="1">
              <a:lnSpc>
                <a:spcPct val="80000"/>
              </a:lnSpc>
            </a:pPr>
            <a:r>
              <a:rPr lang="en-US" altLang="en-US" sz="1800" smtClean="0"/>
              <a:t>Frightening</a:t>
            </a:r>
          </a:p>
          <a:p>
            <a:pPr lvl="2" eaLnBrk="1" hangingPunct="1">
              <a:lnSpc>
                <a:spcPct val="80000"/>
              </a:lnSpc>
            </a:pPr>
            <a:r>
              <a:rPr lang="en-US" altLang="en-US" sz="1800" smtClean="0"/>
              <a:t>Hard to find</a:t>
            </a:r>
          </a:p>
          <a:p>
            <a:pPr lvl="1" eaLnBrk="1" hangingPunct="1">
              <a:lnSpc>
                <a:spcPct val="80000"/>
              </a:lnSpc>
            </a:pPr>
            <a:r>
              <a:rPr lang="en-US" altLang="en-US" sz="2000" smtClean="0"/>
              <a:t>Cheesy</a:t>
            </a:r>
          </a:p>
          <a:p>
            <a:pPr lvl="2" eaLnBrk="1" hangingPunct="1">
              <a:lnSpc>
                <a:spcPct val="80000"/>
              </a:lnSpc>
            </a:pPr>
            <a:r>
              <a:rPr lang="en-US" altLang="en-US" sz="1800" smtClean="0"/>
              <a:t>Cheap</a:t>
            </a:r>
          </a:p>
          <a:p>
            <a:pPr lvl="2" eaLnBrk="1" hangingPunct="1">
              <a:lnSpc>
                <a:spcPct val="80000"/>
              </a:lnSpc>
            </a:pPr>
            <a:r>
              <a:rPr lang="en-US" altLang="en-US" sz="1800" smtClean="0"/>
              <a:t>Easy to find</a:t>
            </a:r>
          </a:p>
          <a:p>
            <a:pPr lvl="2" eaLnBrk="1" hangingPunct="1">
              <a:lnSpc>
                <a:spcPct val="80000"/>
              </a:lnSpc>
            </a:pPr>
            <a:r>
              <a:rPr lang="en-US" altLang="en-US" sz="1800" smtClean="0"/>
              <a:t>Loved by all	</a:t>
            </a:r>
          </a:p>
          <a:p>
            <a:pPr lvl="1" eaLnBrk="1" hangingPunct="1">
              <a:lnSpc>
                <a:spcPct val="80000"/>
              </a:lnSpc>
            </a:pPr>
            <a:r>
              <a:rPr lang="en-US" altLang="en-US" sz="2000" smtClean="0"/>
              <a:t>Funny </a:t>
            </a:r>
          </a:p>
          <a:p>
            <a:pPr lvl="2" eaLnBrk="1" hangingPunct="1">
              <a:lnSpc>
                <a:spcPct val="80000"/>
              </a:lnSpc>
            </a:pPr>
            <a:r>
              <a:rPr lang="en-US" altLang="en-US" sz="1800" smtClean="0"/>
              <a:t>Can be offensive</a:t>
            </a:r>
          </a:p>
          <a:p>
            <a:pPr lvl="1" eaLnBrk="1" hangingPunct="1">
              <a:lnSpc>
                <a:spcPct val="80000"/>
              </a:lnSpc>
            </a:pPr>
            <a:r>
              <a:rPr lang="en-US" altLang="en-US" sz="2000" smtClean="0"/>
              <a:t>Homemade </a:t>
            </a:r>
          </a:p>
          <a:p>
            <a:pPr lvl="2" eaLnBrk="1" hangingPunct="1">
              <a:lnSpc>
                <a:spcPct val="80000"/>
              </a:lnSpc>
            </a:pPr>
            <a:r>
              <a:rPr lang="en-US" altLang="en-US" sz="1800" smtClean="0"/>
              <a:t>Cheap</a:t>
            </a:r>
          </a:p>
          <a:p>
            <a:pPr lvl="2" eaLnBrk="1" hangingPunct="1">
              <a:lnSpc>
                <a:spcPct val="80000"/>
              </a:lnSpc>
            </a:pPr>
            <a:r>
              <a:rPr lang="en-US" altLang="en-US" sz="1800" smtClean="0"/>
              <a:t>Fun to make</a:t>
            </a:r>
          </a:p>
          <a:p>
            <a:pPr lvl="2" eaLnBrk="1" hangingPunct="1">
              <a:lnSpc>
                <a:spcPct val="80000"/>
              </a:lnSpc>
            </a:pPr>
            <a:r>
              <a:rPr lang="en-US" altLang="en-US" sz="1800" smtClean="0"/>
              <a:t>Variety</a:t>
            </a:r>
          </a:p>
        </p:txBody>
      </p:sp>
      <p:pic>
        <p:nvPicPr>
          <p:cNvPr id="20484" name="Picture 4" descr="Pumpki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2057400"/>
            <a:ext cx="4206875"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ext Box 5"/>
          <p:cNvSpPr txBox="1">
            <a:spLocks noChangeArrowheads="1"/>
          </p:cNvSpPr>
          <p:nvPr/>
        </p:nvSpPr>
        <p:spPr bwMode="auto">
          <a:xfrm>
            <a:off x="6699250" y="5181600"/>
            <a:ext cx="19113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900"/>
              <a:t>Photo courtesy of Dr. Nickie Cauthen</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5">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195">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195">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195">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95">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195">
                                            <p:txEl>
                                              <p:pRg st="10" end="10"/>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195">
                                            <p:txEl>
                                              <p:pRg st="11" end="1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195">
                                            <p:txEl>
                                              <p:pRg st="12" end="12"/>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195">
                                            <p:txEl>
                                              <p:pRg st="13" end="13"/>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195">
                                            <p:txEl>
                                              <p:pRg st="14" end="14"/>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195">
                                            <p:txEl>
                                              <p:pRg st="15" end="15"/>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195">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bldLvl="2"/>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en-US" smtClean="0"/>
              <a:t>Plasmodium Life Cycle</a:t>
            </a:r>
          </a:p>
        </p:txBody>
      </p:sp>
      <p:pic>
        <p:nvPicPr>
          <p:cNvPr id="21507" name="Picture 11" descr="lifecycle">
            <a:hlinkClick r:id="rId4"/>
          </p:cNvPr>
          <p:cNvPicPr>
            <a:picLocks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a:xfrm>
            <a:off x="2324100" y="1981200"/>
            <a:ext cx="4457700" cy="3914775"/>
          </a:xfrm>
        </p:spPr>
      </p:pic>
      <p:sp>
        <p:nvSpPr>
          <p:cNvPr id="21508" name="Rectangle 5"/>
          <p:cNvSpPr>
            <a:spLocks noChangeArrowheads="1"/>
          </p:cNvSpPr>
          <p:nvPr/>
        </p:nvSpPr>
        <p:spPr bwMode="auto">
          <a:xfrm>
            <a:off x="3092450" y="5851525"/>
            <a:ext cx="29273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http://www.who.int/tdr/diseases/malaria/lifecycle.htm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smtClean="0"/>
              <a:t>Plasmodium Life Cycle</a:t>
            </a:r>
          </a:p>
        </p:txBody>
      </p:sp>
      <p:sp>
        <p:nvSpPr>
          <p:cNvPr id="22531" name="Rectangle 3"/>
          <p:cNvSpPr>
            <a:spLocks noGrp="1" noChangeArrowheads="1"/>
          </p:cNvSpPr>
          <p:nvPr>
            <p:ph type="body" sz="half" idx="1"/>
          </p:nvPr>
        </p:nvSpPr>
        <p:spPr>
          <a:xfrm>
            <a:off x="685800" y="1828800"/>
            <a:ext cx="3810000" cy="4648200"/>
          </a:xfrm>
        </p:spPr>
        <p:txBody>
          <a:bodyPr/>
          <a:lstStyle/>
          <a:p>
            <a:pPr eaLnBrk="1" hangingPunct="1">
              <a:lnSpc>
                <a:spcPct val="90000"/>
              </a:lnSpc>
            </a:pPr>
            <a:r>
              <a:rPr lang="en-US" altLang="en-US" sz="2000" smtClean="0"/>
              <a:t>Mosquito bite</a:t>
            </a:r>
          </a:p>
          <a:p>
            <a:pPr eaLnBrk="1" hangingPunct="1">
              <a:lnSpc>
                <a:spcPct val="90000"/>
              </a:lnSpc>
            </a:pPr>
            <a:r>
              <a:rPr lang="en-US" altLang="en-US" sz="2000" smtClean="0"/>
              <a:t>Sporozoites enter blood</a:t>
            </a:r>
          </a:p>
          <a:p>
            <a:pPr eaLnBrk="1" hangingPunct="1">
              <a:lnSpc>
                <a:spcPct val="90000"/>
              </a:lnSpc>
            </a:pPr>
            <a:r>
              <a:rPr lang="en-US" altLang="en-US" sz="2000" smtClean="0"/>
              <a:t>Travel to liver</a:t>
            </a:r>
          </a:p>
          <a:p>
            <a:pPr lvl="1" eaLnBrk="1" hangingPunct="1">
              <a:lnSpc>
                <a:spcPct val="90000"/>
              </a:lnSpc>
            </a:pPr>
            <a:r>
              <a:rPr lang="en-US" altLang="en-US" sz="1800" smtClean="0"/>
              <a:t>Hepatocytes</a:t>
            </a:r>
          </a:p>
          <a:p>
            <a:pPr lvl="1" eaLnBrk="1" hangingPunct="1">
              <a:lnSpc>
                <a:spcPct val="90000"/>
              </a:lnSpc>
            </a:pPr>
            <a:r>
              <a:rPr lang="en-US" altLang="en-US" sz="1800" smtClean="0"/>
              <a:t>Asexual growth</a:t>
            </a:r>
          </a:p>
          <a:p>
            <a:pPr lvl="2" eaLnBrk="1" hangingPunct="1">
              <a:lnSpc>
                <a:spcPct val="90000"/>
              </a:lnSpc>
            </a:pPr>
            <a:r>
              <a:rPr lang="en-US" altLang="en-US" sz="1600" smtClean="0">
                <a:sym typeface="Wingdings" panose="05000000000000000000" pitchFamily="2" charset="2"/>
              </a:rPr>
              <a:t>Schizonts </a:t>
            </a:r>
            <a:r>
              <a:rPr lang="en-US" altLang="en-US" sz="1600" smtClean="0">
                <a:sym typeface="Wingdings 3" panose="05040102010807070707" pitchFamily="18" charset="2"/>
              </a:rPr>
              <a:t></a:t>
            </a:r>
            <a:r>
              <a:rPr lang="en-US" altLang="en-US" sz="1600" smtClean="0">
                <a:sym typeface="Wingdings" panose="05000000000000000000" pitchFamily="2" charset="2"/>
              </a:rPr>
              <a:t> merozoites</a:t>
            </a:r>
          </a:p>
          <a:p>
            <a:pPr lvl="1" eaLnBrk="1" hangingPunct="1">
              <a:lnSpc>
                <a:spcPct val="90000"/>
              </a:lnSpc>
            </a:pPr>
            <a:r>
              <a:rPr lang="en-US" altLang="en-US" sz="1800" smtClean="0"/>
              <a:t>Merozoites to blood</a:t>
            </a:r>
          </a:p>
          <a:p>
            <a:pPr eaLnBrk="1" hangingPunct="1">
              <a:lnSpc>
                <a:spcPct val="90000"/>
              </a:lnSpc>
            </a:pPr>
            <a:r>
              <a:rPr lang="en-US" altLang="en-US" sz="2000" smtClean="0"/>
              <a:t>Merozoa to blood</a:t>
            </a:r>
          </a:p>
          <a:p>
            <a:pPr lvl="1" eaLnBrk="1" hangingPunct="1">
              <a:lnSpc>
                <a:spcPct val="90000"/>
              </a:lnSpc>
            </a:pPr>
            <a:r>
              <a:rPr lang="en-US" altLang="en-US" sz="1800" smtClean="0"/>
              <a:t>Infect RBC</a:t>
            </a:r>
          </a:p>
          <a:p>
            <a:pPr lvl="2" eaLnBrk="1" hangingPunct="1">
              <a:lnSpc>
                <a:spcPct val="90000"/>
              </a:lnSpc>
            </a:pPr>
            <a:r>
              <a:rPr lang="en-US" altLang="en-US" sz="1600" smtClean="0">
                <a:sym typeface="Wingdings" panose="05000000000000000000" pitchFamily="2" charset="2"/>
              </a:rPr>
              <a:t>Release trophozoites, merozoites, schizonts</a:t>
            </a:r>
            <a:endParaRPr lang="en-US" altLang="en-US" sz="1600" smtClean="0"/>
          </a:p>
          <a:p>
            <a:pPr lvl="1" eaLnBrk="1" hangingPunct="1">
              <a:lnSpc>
                <a:spcPct val="90000"/>
              </a:lnSpc>
            </a:pPr>
            <a:r>
              <a:rPr lang="en-US" altLang="en-US" sz="1800" smtClean="0"/>
              <a:t>Merozoite transformation</a:t>
            </a:r>
          </a:p>
          <a:p>
            <a:pPr lvl="2" eaLnBrk="1" hangingPunct="1">
              <a:lnSpc>
                <a:spcPct val="90000"/>
              </a:lnSpc>
            </a:pPr>
            <a:r>
              <a:rPr lang="en-US" altLang="en-US" sz="1600" smtClean="0"/>
              <a:t>Gametocytes</a:t>
            </a:r>
          </a:p>
          <a:p>
            <a:pPr eaLnBrk="1" hangingPunct="1">
              <a:lnSpc>
                <a:spcPct val="90000"/>
              </a:lnSpc>
            </a:pPr>
            <a:r>
              <a:rPr lang="en-US" altLang="en-US" sz="2000" smtClean="0"/>
              <a:t>Passed to new mosquito</a:t>
            </a:r>
          </a:p>
          <a:p>
            <a:pPr lvl="1" eaLnBrk="1" hangingPunct="1">
              <a:lnSpc>
                <a:spcPct val="90000"/>
              </a:lnSpc>
            </a:pPr>
            <a:r>
              <a:rPr lang="en-US" altLang="en-US" sz="1800" smtClean="0"/>
              <a:t>Sexual cycle</a:t>
            </a:r>
          </a:p>
        </p:txBody>
      </p:sp>
      <p:sp>
        <p:nvSpPr>
          <p:cNvPr id="22532" name="Rectangle 4"/>
          <p:cNvSpPr>
            <a:spLocks noChangeArrowheads="1"/>
          </p:cNvSpPr>
          <p:nvPr/>
        </p:nvSpPr>
        <p:spPr bwMode="auto">
          <a:xfrm>
            <a:off x="5181600" y="5394325"/>
            <a:ext cx="29273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http://www.who.int/tdr/diseases/malaria/lifecycle.htm</a:t>
            </a:r>
          </a:p>
        </p:txBody>
      </p:sp>
      <p:pic>
        <p:nvPicPr>
          <p:cNvPr id="22533" name="Picture 5" descr="lifecycle">
            <a:hlinkClick r:id="rId4"/>
          </p:cNvPr>
          <p:cNvPicPr>
            <a:picLocks noChangeAspect="1" noChangeArrowheads="1"/>
          </p:cNvPicPr>
          <p:nvPr>
            <p:ph sz="half" idx="2"/>
          </p:nvPr>
        </p:nvPicPr>
        <p:blipFill>
          <a:blip r:embed="rId5">
            <a:extLst>
              <a:ext uri="{28A0092B-C50C-407E-A947-70E740481C1C}">
                <a14:useLocalDpi xmlns:a14="http://schemas.microsoft.com/office/drawing/2010/main" val="0"/>
              </a:ext>
            </a:extLst>
          </a:blip>
          <a:srcRect/>
          <a:stretch>
            <a:fillRect/>
          </a:stretch>
        </p:blipFill>
        <p:spPr>
          <a:xfrm>
            <a:off x="4648200" y="1892300"/>
            <a:ext cx="3962400" cy="3479800"/>
          </a:xfrm>
        </p:spPr>
      </p:pic>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85800" y="381000"/>
            <a:ext cx="7772400" cy="1143000"/>
          </a:xfrm>
        </p:spPr>
        <p:txBody>
          <a:bodyPr/>
          <a:lstStyle/>
          <a:p>
            <a:pPr eaLnBrk="1" hangingPunct="1"/>
            <a:r>
              <a:rPr lang="en-US" altLang="en-US" smtClean="0"/>
              <a:t>Summary of Helpful Points</a:t>
            </a:r>
          </a:p>
        </p:txBody>
      </p:sp>
      <p:sp>
        <p:nvSpPr>
          <p:cNvPr id="23555" name="Rectangle 3"/>
          <p:cNvSpPr>
            <a:spLocks noGrp="1" noChangeArrowheads="1"/>
          </p:cNvSpPr>
          <p:nvPr>
            <p:ph type="body" idx="1"/>
          </p:nvPr>
        </p:nvSpPr>
        <p:spPr>
          <a:xfrm>
            <a:off x="609600" y="1752600"/>
            <a:ext cx="7924800" cy="4800600"/>
          </a:xfrm>
        </p:spPr>
        <p:txBody>
          <a:bodyPr/>
          <a:lstStyle/>
          <a:p>
            <a:pPr eaLnBrk="1" hangingPunct="1">
              <a:lnSpc>
                <a:spcPct val="80000"/>
              </a:lnSpc>
            </a:pPr>
            <a:r>
              <a:rPr lang="en-US" altLang="en-US" sz="2400" smtClean="0"/>
              <a:t>Fewer words on slides</a:t>
            </a:r>
          </a:p>
          <a:p>
            <a:pPr eaLnBrk="1" hangingPunct="1">
              <a:lnSpc>
                <a:spcPct val="80000"/>
              </a:lnSpc>
            </a:pPr>
            <a:r>
              <a:rPr lang="en-US" altLang="en-US" sz="2400" smtClean="0"/>
              <a:t>A picture says a thousand words</a:t>
            </a:r>
          </a:p>
          <a:p>
            <a:pPr eaLnBrk="1" hangingPunct="1">
              <a:lnSpc>
                <a:spcPct val="80000"/>
              </a:lnSpc>
            </a:pPr>
            <a:r>
              <a:rPr lang="en-US" altLang="en-US" sz="2400" smtClean="0"/>
              <a:t>Don’t read the slides</a:t>
            </a:r>
          </a:p>
          <a:p>
            <a:pPr eaLnBrk="1" hangingPunct="1">
              <a:lnSpc>
                <a:spcPct val="80000"/>
              </a:lnSpc>
            </a:pPr>
            <a:r>
              <a:rPr lang="en-US" altLang="en-US" sz="2400" smtClean="0"/>
              <a:t>Use correct grammar and spelling</a:t>
            </a:r>
          </a:p>
          <a:p>
            <a:pPr eaLnBrk="1" hangingPunct="1">
              <a:lnSpc>
                <a:spcPct val="80000"/>
              </a:lnSpc>
            </a:pPr>
            <a:r>
              <a:rPr lang="en-US" altLang="en-US" sz="2400" smtClean="0"/>
              <a:t>Animation</a:t>
            </a:r>
          </a:p>
          <a:p>
            <a:pPr lvl="1" eaLnBrk="1" hangingPunct="1">
              <a:lnSpc>
                <a:spcPct val="80000"/>
              </a:lnSpc>
            </a:pPr>
            <a:r>
              <a:rPr lang="en-US" altLang="en-US" sz="2000" smtClean="0"/>
              <a:t>Often helpful, but not always necessary</a:t>
            </a:r>
          </a:p>
          <a:p>
            <a:pPr eaLnBrk="1" hangingPunct="1">
              <a:lnSpc>
                <a:spcPct val="80000"/>
              </a:lnSpc>
            </a:pPr>
            <a:r>
              <a:rPr lang="en-US" altLang="en-US" sz="2400" smtClean="0"/>
              <a:t>Explain your graphics</a:t>
            </a:r>
          </a:p>
          <a:p>
            <a:pPr eaLnBrk="1" hangingPunct="1">
              <a:lnSpc>
                <a:spcPct val="80000"/>
              </a:lnSpc>
            </a:pPr>
            <a:r>
              <a:rPr lang="en-US" altLang="en-US" sz="2400" smtClean="0"/>
              <a:t>Keep slides in order; don’t flip back and forth</a:t>
            </a:r>
          </a:p>
          <a:p>
            <a:pPr lvl="1" eaLnBrk="1" hangingPunct="1">
              <a:lnSpc>
                <a:spcPct val="80000"/>
              </a:lnSpc>
            </a:pPr>
            <a:r>
              <a:rPr lang="en-US" altLang="en-US" sz="2000" smtClean="0"/>
              <a:t>Repeat slides if necessary</a:t>
            </a:r>
          </a:p>
          <a:p>
            <a:pPr eaLnBrk="1" hangingPunct="1">
              <a:lnSpc>
                <a:spcPct val="80000"/>
              </a:lnSpc>
            </a:pPr>
            <a:r>
              <a:rPr lang="en-US" altLang="en-US" sz="2400" smtClean="0"/>
              <a:t>Point things out</a:t>
            </a:r>
            <a:r>
              <a:rPr lang="en-US" altLang="en-US" sz="2400" smtClean="0">
                <a:sym typeface="Wingdings" panose="05000000000000000000" pitchFamily="2" charset="2"/>
              </a:rPr>
              <a:t> using laser pointer, stick, whatever</a:t>
            </a:r>
            <a:endParaRPr lang="en-US" altLang="en-US" sz="2400" smtClean="0"/>
          </a:p>
          <a:p>
            <a:pPr eaLnBrk="1" hangingPunct="1">
              <a:lnSpc>
                <a:spcPct val="80000"/>
              </a:lnSpc>
            </a:pPr>
            <a:r>
              <a:rPr lang="en-US" altLang="en-US" sz="2400" smtClean="0"/>
              <a:t>Make eye contact (with everyone)</a:t>
            </a:r>
          </a:p>
          <a:p>
            <a:pPr eaLnBrk="1" hangingPunct="1">
              <a:lnSpc>
                <a:spcPct val="80000"/>
              </a:lnSpc>
            </a:pPr>
            <a:r>
              <a:rPr lang="en-US" altLang="en-US" sz="2400" smtClean="0"/>
              <a:t>Don’t turn your back on the audience</a:t>
            </a:r>
          </a:p>
          <a:p>
            <a:pPr eaLnBrk="1" hangingPunct="1">
              <a:lnSpc>
                <a:spcPct val="80000"/>
              </a:lnSpc>
            </a:pPr>
            <a:r>
              <a:rPr lang="en-US" altLang="en-US" sz="2400" smtClean="0"/>
              <a:t>Avoid hugging the podium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381000"/>
            <a:ext cx="7772400" cy="1143000"/>
          </a:xfrm>
        </p:spPr>
        <p:txBody>
          <a:bodyPr/>
          <a:lstStyle/>
          <a:p>
            <a:pPr eaLnBrk="1" hangingPunct="1"/>
            <a:r>
              <a:rPr lang="en-US" altLang="en-US" smtClean="0"/>
              <a:t>Summary of Helpful Points</a:t>
            </a:r>
          </a:p>
        </p:txBody>
      </p:sp>
      <p:sp>
        <p:nvSpPr>
          <p:cNvPr id="24579" name="Rectangle 3"/>
          <p:cNvSpPr>
            <a:spLocks noGrp="1" noChangeArrowheads="1"/>
          </p:cNvSpPr>
          <p:nvPr>
            <p:ph type="body" idx="1"/>
          </p:nvPr>
        </p:nvSpPr>
        <p:spPr>
          <a:xfrm>
            <a:off x="609600" y="1752600"/>
            <a:ext cx="8458200" cy="4724400"/>
          </a:xfrm>
        </p:spPr>
        <p:txBody>
          <a:bodyPr/>
          <a:lstStyle/>
          <a:p>
            <a:pPr eaLnBrk="1" hangingPunct="1">
              <a:lnSpc>
                <a:spcPct val="80000"/>
              </a:lnSpc>
            </a:pPr>
            <a:r>
              <a:rPr lang="en-US" altLang="en-US" sz="2400" smtClean="0"/>
              <a:t>Speak in a clear, loud voice </a:t>
            </a:r>
          </a:p>
          <a:p>
            <a:pPr lvl="1" eaLnBrk="1" hangingPunct="1">
              <a:lnSpc>
                <a:spcPct val="80000"/>
              </a:lnSpc>
            </a:pPr>
            <a:r>
              <a:rPr lang="en-US" altLang="en-US" sz="2000" smtClean="0"/>
              <a:t>Don’t trail off </a:t>
            </a:r>
          </a:p>
          <a:p>
            <a:pPr eaLnBrk="1" hangingPunct="1">
              <a:lnSpc>
                <a:spcPct val="80000"/>
              </a:lnSpc>
            </a:pPr>
            <a:r>
              <a:rPr lang="en-US" altLang="en-US" sz="2400" smtClean="0"/>
              <a:t>Slow down and think about what you are saying</a:t>
            </a:r>
          </a:p>
          <a:p>
            <a:pPr eaLnBrk="1" hangingPunct="1">
              <a:lnSpc>
                <a:spcPct val="80000"/>
              </a:lnSpc>
            </a:pPr>
            <a:r>
              <a:rPr lang="en-US" altLang="en-US" sz="2400" smtClean="0"/>
              <a:t>Practice your presentation</a:t>
            </a:r>
          </a:p>
          <a:p>
            <a:pPr lvl="1" eaLnBrk="1" hangingPunct="1">
              <a:lnSpc>
                <a:spcPct val="80000"/>
              </a:lnSpc>
            </a:pPr>
            <a:r>
              <a:rPr lang="en-US" altLang="en-US" sz="2000" smtClean="0"/>
              <a:t>Helps to avoid “um”, “okay”, etc.</a:t>
            </a:r>
          </a:p>
          <a:p>
            <a:pPr lvl="1" eaLnBrk="1" hangingPunct="1">
              <a:lnSpc>
                <a:spcPct val="80000"/>
              </a:lnSpc>
            </a:pPr>
            <a:r>
              <a:rPr lang="en-US" altLang="en-US" sz="2000" smtClean="0"/>
              <a:t>Helps pacing for time allotted</a:t>
            </a:r>
          </a:p>
          <a:p>
            <a:pPr lvl="1" eaLnBrk="1" hangingPunct="1">
              <a:lnSpc>
                <a:spcPct val="80000"/>
              </a:lnSpc>
            </a:pPr>
            <a:r>
              <a:rPr lang="en-US" altLang="en-US" sz="2000" smtClean="0"/>
              <a:t>Helps with pronunciation</a:t>
            </a:r>
          </a:p>
          <a:p>
            <a:pPr lvl="1" eaLnBrk="1" hangingPunct="1">
              <a:lnSpc>
                <a:spcPct val="80000"/>
              </a:lnSpc>
            </a:pPr>
            <a:r>
              <a:rPr lang="en-US" altLang="en-US" sz="2000" smtClean="0"/>
              <a:t>Don’t memorize (sounds scripted) </a:t>
            </a:r>
          </a:p>
          <a:p>
            <a:pPr eaLnBrk="1" hangingPunct="1">
              <a:lnSpc>
                <a:spcPct val="80000"/>
              </a:lnSpc>
            </a:pPr>
            <a:r>
              <a:rPr lang="en-US" altLang="en-US" sz="2400" smtClean="0"/>
              <a:t>Engage your audience </a:t>
            </a:r>
          </a:p>
          <a:p>
            <a:pPr eaLnBrk="1" hangingPunct="1">
              <a:lnSpc>
                <a:spcPct val="80000"/>
              </a:lnSpc>
            </a:pPr>
            <a:r>
              <a:rPr lang="en-US" altLang="en-US" sz="2400" smtClean="0"/>
              <a:t>When asking a question, if asked repeat it IN A DIFFERENT WAY (they obviously didn’t get it the first time) </a:t>
            </a:r>
          </a:p>
          <a:p>
            <a:pPr eaLnBrk="1" hangingPunct="1">
              <a:lnSpc>
                <a:spcPct val="80000"/>
              </a:lnSpc>
            </a:pPr>
            <a:r>
              <a:rPr lang="en-US" altLang="en-US" sz="2400" smtClean="0"/>
              <a:t>Answer any questions and if you don’t know, you don’t know!!! </a:t>
            </a:r>
          </a:p>
          <a:p>
            <a:pPr eaLnBrk="1" hangingPunct="1">
              <a:lnSpc>
                <a:spcPct val="80000"/>
              </a:lnSpc>
            </a:pPr>
            <a:r>
              <a:rPr lang="en-US" altLang="en-US" sz="2400" smtClean="0"/>
              <a:t>If you don’t understand a question ask for a repeat</a:t>
            </a:r>
          </a:p>
          <a:p>
            <a:pPr eaLnBrk="1" hangingPunct="1">
              <a:lnSpc>
                <a:spcPct val="80000"/>
              </a:lnSpc>
            </a:pPr>
            <a:endParaRPr lang="en-US" altLang="en-US" sz="2400" smtClean="0"/>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762000" y="2057400"/>
            <a:ext cx="7315200" cy="2514600"/>
          </a:xfrm>
        </p:spPr>
        <p:txBody>
          <a:bodyPr/>
          <a:lstStyle/>
          <a:p>
            <a:pPr eaLnBrk="1" hangingPunct="1"/>
            <a:r>
              <a:rPr lang="en-US" altLang="en-US" sz="4800" smtClean="0"/>
              <a:t>What is wrong with the following slides?</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sz="4000" smtClean="0"/>
              <a:t>THE CENTRAL DOGMA OF MOLECULAR BIOLOGY</a:t>
            </a:r>
          </a:p>
        </p:txBody>
      </p:sp>
      <p:sp>
        <p:nvSpPr>
          <p:cNvPr id="26627" name="Rectangle 3"/>
          <p:cNvSpPr>
            <a:spLocks noGrp="1" noChangeArrowheads="1"/>
          </p:cNvSpPr>
          <p:nvPr>
            <p:ph type="body" idx="1"/>
          </p:nvPr>
        </p:nvSpPr>
        <p:spPr/>
        <p:txBody>
          <a:bodyPr/>
          <a:lstStyle/>
          <a:p>
            <a:pPr marL="609600" indent="-609600" eaLnBrk="1" hangingPunct="1">
              <a:lnSpc>
                <a:spcPct val="80000"/>
              </a:lnSpc>
              <a:buFontTx/>
              <a:buNone/>
            </a:pPr>
            <a:r>
              <a:rPr lang="en-US" altLang="en-US" sz="2800" smtClean="0"/>
              <a:t>Transcription of DNA to RNA to protein:</a:t>
            </a:r>
          </a:p>
          <a:p>
            <a:pPr marL="609600" indent="-609600" eaLnBrk="1" hangingPunct="1">
              <a:lnSpc>
                <a:spcPct val="80000"/>
              </a:lnSpc>
              <a:buFontTx/>
              <a:buNone/>
            </a:pPr>
            <a:r>
              <a:rPr lang="en-US" altLang="en-US" sz="2800" smtClean="0"/>
              <a:t>1.The DNA replicates its information in a process</a:t>
            </a:r>
          </a:p>
          <a:p>
            <a:pPr marL="609600" indent="-609600" eaLnBrk="1" hangingPunct="1">
              <a:lnSpc>
                <a:spcPct val="80000"/>
              </a:lnSpc>
              <a:buFontTx/>
              <a:buNone/>
            </a:pPr>
            <a:r>
              <a:rPr lang="en-US" altLang="en-US" sz="2800" smtClean="0"/>
              <a:t> that involves many enzymes: replication.</a:t>
            </a:r>
            <a:endParaRPr lang="en-US" altLang="en-US" sz="2800" u="sng" smtClean="0">
              <a:solidFill>
                <a:schemeClr val="tx2"/>
              </a:solidFill>
            </a:endParaRPr>
          </a:p>
          <a:p>
            <a:pPr marL="609600" indent="-609600" eaLnBrk="1" hangingPunct="1">
              <a:lnSpc>
                <a:spcPct val="80000"/>
              </a:lnSpc>
              <a:buFontTx/>
              <a:buNone/>
            </a:pPr>
            <a:r>
              <a:rPr lang="en-US" altLang="en-US" sz="2800" smtClean="0"/>
              <a:t>2. The DNA codes for the production of messenger RNA (mRNA) during</a:t>
            </a:r>
            <a:r>
              <a:rPr lang="en-US" altLang="en-US" sz="2800" smtClean="0">
                <a:solidFill>
                  <a:schemeClr val="tx2"/>
                </a:solidFill>
              </a:rPr>
              <a:t> transcription.</a:t>
            </a:r>
            <a:endParaRPr lang="en-US" altLang="en-US" sz="2800" smtClean="0"/>
          </a:p>
          <a:p>
            <a:pPr marL="609600" indent="-609600" eaLnBrk="1" hangingPunct="1">
              <a:lnSpc>
                <a:spcPct val="80000"/>
              </a:lnSpc>
              <a:buFontTx/>
              <a:buNone/>
            </a:pPr>
            <a:r>
              <a:rPr lang="en-US" altLang="en-US" sz="2800" smtClean="0"/>
              <a:t>3. In eucaryotic cells, the mRNA is processed  and migrates from the nucleus to the cytoplasm.</a:t>
            </a:r>
          </a:p>
          <a:p>
            <a:pPr marL="609600" indent="-609600" eaLnBrk="1" hangingPunct="1">
              <a:lnSpc>
                <a:spcPct val="80000"/>
              </a:lnSpc>
              <a:buFontTx/>
              <a:buNone/>
            </a:pPr>
            <a:r>
              <a:rPr lang="en-US" altLang="en-US" sz="2800" smtClean="0"/>
              <a:t>4. Messenger RNA carries coded information to ribosomes. The ribosomes "read" this information and use it for protein synthesis. This process is called translation.</a:t>
            </a:r>
          </a:p>
        </p:txBody>
      </p:sp>
    </p:spTree>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a:xfrm>
            <a:off x="685800" y="1981200"/>
            <a:ext cx="3276600" cy="4114800"/>
          </a:xfrm>
        </p:spPr>
        <p:txBody>
          <a:bodyPr/>
          <a:lstStyle/>
          <a:p>
            <a:pPr eaLnBrk="1" hangingPunct="1">
              <a:lnSpc>
                <a:spcPct val="90000"/>
              </a:lnSpc>
            </a:pPr>
            <a:r>
              <a:rPr lang="en-US" altLang="en-US" sz="2400" smtClean="0"/>
              <a:t>Located approximately 25-30 bases pairs upstream of the transcriptional unti the TATA box is highly conserved sequence that works to help position RNA plms during initiation of transcription.</a:t>
            </a:r>
          </a:p>
        </p:txBody>
      </p:sp>
      <p:pic>
        <p:nvPicPr>
          <p:cNvPr id="27653" name="Picture 5" descr="03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3886200"/>
            <a:ext cx="24384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ntr" presetSubtype="0" fill="hold" nodeType="click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fade">
                                      <p:cBhvr>
                                        <p:cTn id="7" dur="2000"/>
                                        <p:tgtEl>
                                          <p:spTgt spid="27653"/>
                                        </p:tgtEl>
                                      </p:cBhvr>
                                    </p:animEffect>
                                    <p:anim calcmode="lin" valueType="num">
                                      <p:cBhvr>
                                        <p:cTn id="8" dur="2000" fill="hold"/>
                                        <p:tgtEl>
                                          <p:spTgt spid="27653"/>
                                        </p:tgtEl>
                                        <p:attrNameLst>
                                          <p:attrName>style.rotation</p:attrName>
                                        </p:attrNameLst>
                                      </p:cBhvr>
                                      <p:tavLst>
                                        <p:tav tm="0">
                                          <p:val>
                                            <p:fltVal val="720"/>
                                          </p:val>
                                        </p:tav>
                                        <p:tav tm="100000">
                                          <p:val>
                                            <p:fltVal val="0"/>
                                          </p:val>
                                        </p:tav>
                                      </p:tavLst>
                                    </p:anim>
                                    <p:anim calcmode="lin" valueType="num">
                                      <p:cBhvr>
                                        <p:cTn id="9" dur="2000" fill="hold"/>
                                        <p:tgtEl>
                                          <p:spTgt spid="27653"/>
                                        </p:tgtEl>
                                        <p:attrNameLst>
                                          <p:attrName>ppt_h</p:attrName>
                                        </p:attrNameLst>
                                      </p:cBhvr>
                                      <p:tavLst>
                                        <p:tav tm="0">
                                          <p:val>
                                            <p:fltVal val="0"/>
                                          </p:val>
                                        </p:tav>
                                        <p:tav tm="100000">
                                          <p:val>
                                            <p:strVal val="#ppt_h"/>
                                          </p:val>
                                        </p:tav>
                                      </p:tavLst>
                                    </p:anim>
                                    <p:anim calcmode="lin" valueType="num">
                                      <p:cBhvr>
                                        <p:cTn id="10" dur="2000" fill="hold"/>
                                        <p:tgtEl>
                                          <p:spTgt spid="27653"/>
                                        </p:tgtEl>
                                        <p:attrNameLst>
                                          <p:attrName>ppt_w</p:attrName>
                                        </p:attrNameLst>
                                      </p:cBhvr>
                                      <p:tavLst>
                                        <p:tav tm="0">
                                          <p:val>
                                            <p:fltVal val="0"/>
                                          </p:val>
                                        </p:tav>
                                        <p:tav tm="100000">
                                          <p:val>
                                            <p:strVal val="#ppt_w"/>
                                          </p:val>
                                        </p:tav>
                                      </p:tavLst>
                                    </p:anim>
                                  </p:childTnLst>
                                  <p:subTnLst>
                                    <p:audio>
                                      <p:cMediaNode vol="100000">
                                        <p:cTn display="0" masterRel="sameClick">
                                          <p:stCondLst>
                                            <p:cond evt="begin" delay="0">
                                              <p:tn val="5"/>
                                            </p:cond>
                                          </p:stCondLst>
                                          <p:endCondLst>
                                            <p:cond evt="onStopAudio" delay="0">
                                              <p:tgtEl>
                                                <p:sldTgt/>
                                              </p:tgtEl>
                                            </p:cond>
                                          </p:endCondLst>
                                        </p:cTn>
                                        <p:tgtEl>
                                          <p:sndTgt r:embed="rId3" name="explod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pPr>
              <a:defRPr/>
            </a:pPr>
            <a:r>
              <a:rPr lang="en-US" smtClean="0"/>
              <a:t>More Practice</a:t>
            </a:r>
          </a:p>
        </p:txBody>
      </p:sp>
      <p:sp>
        <p:nvSpPr>
          <p:cNvPr id="5" name="Footer Placeholder 4"/>
          <p:cNvSpPr>
            <a:spLocks noGrp="1"/>
          </p:cNvSpPr>
          <p:nvPr>
            <p:ph type="ftr" sz="quarter" idx="12"/>
          </p:nvPr>
        </p:nvSpPr>
        <p:spPr/>
        <p:txBody>
          <a:bodyPr/>
          <a:lstStyle/>
          <a:p>
            <a:pPr>
              <a:defRPr/>
            </a:pPr>
            <a:r>
              <a:rPr lang="en-US" smtClean="0"/>
              <a:t>© 2009, Prentice-Hall, Inc.</a:t>
            </a:r>
            <a:endParaRPr lang="en-US"/>
          </a:p>
        </p:txBody>
      </p:sp>
      <p:sp>
        <p:nvSpPr>
          <p:cNvPr id="48132" name="Rectangle 5"/>
          <p:cNvSpPr>
            <a:spLocks noChangeArrowheads="1"/>
          </p:cNvSpPr>
          <p:nvPr/>
        </p:nvSpPr>
        <p:spPr bwMode="auto">
          <a:xfrm>
            <a:off x="762000" y="1828800"/>
            <a:ext cx="7620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What is the enthalpy change during the process in which 100.0 g of water at 50.0 °C is cooled to ice at –30.0 °C under a constant pressure of 1 atm? The specific heats of ice, water, and steam are 2.03 J/g-K, 4.18 J/g-K, and 1.84 J/g-K, respectively. For H</a:t>
            </a:r>
            <a:r>
              <a:rPr lang="en-US" altLang="en-US" baseline="-25000"/>
              <a:t>2</a:t>
            </a:r>
            <a:r>
              <a:rPr lang="en-US" altLang="en-US"/>
              <a:t>O, </a:t>
            </a:r>
            <a:r>
              <a:rPr lang="el-GR" altLang="en-US"/>
              <a:t>Δ</a:t>
            </a:r>
            <a:r>
              <a:rPr lang="en-US" altLang="en-US" i="1"/>
              <a:t>H</a:t>
            </a:r>
            <a:r>
              <a:rPr lang="en-US" altLang="en-US" baseline="-25000"/>
              <a:t>fus</a:t>
            </a:r>
            <a:r>
              <a:rPr lang="en-US" altLang="en-US"/>
              <a:t> = 6.01 kJ/mol and </a:t>
            </a:r>
            <a:r>
              <a:rPr lang="el-GR" altLang="en-US"/>
              <a:t>Δ</a:t>
            </a:r>
            <a:r>
              <a:rPr lang="en-US" altLang="en-US" i="1"/>
              <a:t>H</a:t>
            </a:r>
            <a:r>
              <a:rPr lang="en-US" altLang="en-US" baseline="-25000"/>
              <a:t>vap</a:t>
            </a:r>
            <a:r>
              <a:rPr lang="en-US" altLang="en-US"/>
              <a:t> = 40.67 kJ/mol.?</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8132"/>
                                        </p:tgtEl>
                                        <p:attrNameLst>
                                          <p:attrName>style.visibility</p:attrName>
                                        </p:attrNameLst>
                                      </p:cBhvr>
                                      <p:to>
                                        <p:strVal val="visible"/>
                                      </p:to>
                                    </p:set>
                                    <p:anim calcmode="discrete" valueType="clr">
                                      <p:cBhvr override="childStyle">
                                        <p:cTn id="7" dur="80"/>
                                        <p:tgtEl>
                                          <p:spTgt spid="4813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8132"/>
                                        </p:tgtEl>
                                        <p:attrNameLst>
                                          <p:attrName>fillcolor</p:attrName>
                                        </p:attrNameLst>
                                      </p:cBhvr>
                                      <p:tavLst>
                                        <p:tav tm="0">
                                          <p:val>
                                            <p:clrVal>
                                              <a:schemeClr val="accent2"/>
                                            </p:clrVal>
                                          </p:val>
                                        </p:tav>
                                        <p:tav tm="50000">
                                          <p:val>
                                            <p:clrVal>
                                              <a:schemeClr val="hlink"/>
                                            </p:clrVal>
                                          </p:val>
                                        </p:tav>
                                      </p:tavLst>
                                    </p:anim>
                                    <p:set>
                                      <p:cBhvr>
                                        <p:cTn id="9" dur="80"/>
                                        <p:tgtEl>
                                          <p:spTgt spid="4813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a:xfrm>
            <a:off x="0" y="76200"/>
            <a:ext cx="9144000" cy="1143000"/>
          </a:xfrm>
        </p:spPr>
        <p:txBody>
          <a:bodyPr/>
          <a:lstStyle/>
          <a:p>
            <a:pPr eaLnBrk="1" hangingPunct="1">
              <a:defRPr/>
            </a:pPr>
            <a:r>
              <a:rPr lang="en-US" smtClean="0">
                <a:effectLst>
                  <a:outerShdw blurRad="38100" dist="38100" dir="2700000" algn="tl">
                    <a:srgbClr val="010199"/>
                  </a:outerShdw>
                </a:effectLst>
              </a:rPr>
              <a:t>SOM Output</a:t>
            </a:r>
          </a:p>
        </p:txBody>
      </p:sp>
      <p:pic>
        <p:nvPicPr>
          <p:cNvPr id="296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43000"/>
            <a:ext cx="9144000" cy="550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cSld>
  <p:clrMapOvr>
    <a:masterClrMapping/>
  </p:clrMapOvr>
  <p:transition>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
        <p:cNvGrpSpPr/>
        <p:nvPr/>
      </p:nvGrpSpPr>
      <p:grpSpPr>
        <a:xfrm>
          <a:off x="0" y="0"/>
          <a:ext cx="0" cy="0"/>
          <a:chOff x="0" y="0"/>
          <a:chExt cx="0" cy="0"/>
        </a:xfrm>
      </p:grpSpPr>
      <p:sp>
        <p:nvSpPr>
          <p:cNvPr id="30722" name="Text Box 2"/>
          <p:cNvSpPr txBox="1">
            <a:spLocks noChangeArrowheads="1"/>
          </p:cNvSpPr>
          <p:nvPr/>
        </p:nvSpPr>
        <p:spPr bwMode="ltGray">
          <a:xfrm>
            <a:off x="1371600" y="1143000"/>
            <a:ext cx="633095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3600">
                <a:solidFill>
                  <a:srgbClr val="0E0D02"/>
                </a:solidFill>
              </a:rPr>
              <a:t>RNA  information (in the form of</a:t>
            </a:r>
          </a:p>
          <a:p>
            <a:pPr eaLnBrk="1" hangingPunct="1"/>
            <a:r>
              <a:rPr lang="en-US" altLang="en-US" sz="3600">
                <a:solidFill>
                  <a:srgbClr val="0E0D02"/>
                </a:solidFill>
              </a:rPr>
              <a:t>nucleotide sequences) is then</a:t>
            </a:r>
          </a:p>
          <a:p>
            <a:pPr eaLnBrk="1" hangingPunct="1"/>
            <a:r>
              <a:rPr lang="en-US" altLang="en-US" sz="3600" b="1">
                <a:solidFill>
                  <a:srgbClr val="0E0D02"/>
                </a:solidFill>
              </a:rPr>
              <a:t>TRANSLATED</a:t>
            </a:r>
            <a:r>
              <a:rPr lang="en-US" altLang="en-US" sz="3600">
                <a:solidFill>
                  <a:srgbClr val="0E0D02"/>
                </a:solidFill>
              </a:rPr>
              <a:t> into proteins</a:t>
            </a:r>
          </a:p>
          <a:p>
            <a:pPr eaLnBrk="1" hangingPunct="1"/>
            <a:r>
              <a:rPr lang="en-US" altLang="en-US" sz="3600">
                <a:solidFill>
                  <a:srgbClr val="0E0D02"/>
                </a:solidFill>
              </a:rPr>
              <a:t>(long polypeptide chains) by </a:t>
            </a:r>
          </a:p>
          <a:p>
            <a:pPr eaLnBrk="1" hangingPunct="1"/>
            <a:r>
              <a:rPr lang="en-US" altLang="en-US" sz="3600">
                <a:solidFill>
                  <a:srgbClr val="0E0D02"/>
                </a:solidFill>
              </a:rPr>
              <a:t>complex units called ribosomes.</a:t>
            </a:r>
          </a:p>
          <a:p>
            <a:pPr eaLnBrk="1" hangingPunct="1"/>
            <a:endParaRPr lang="en-US" altLang="en-US" sz="3600">
              <a:solidFill>
                <a:srgbClr val="0E0D02"/>
              </a:solidFill>
            </a:endParaRPr>
          </a:p>
          <a:p>
            <a:pPr eaLnBrk="1" hangingPunct="1"/>
            <a:r>
              <a:rPr lang="en-US" altLang="en-US" sz="3600">
                <a:solidFill>
                  <a:srgbClr val="0E0D02"/>
                </a:solidFill>
              </a:rPr>
              <a:t>Proteins are the work horses of</a:t>
            </a:r>
          </a:p>
          <a:p>
            <a:pPr eaLnBrk="1" hangingPunct="1"/>
            <a:r>
              <a:rPr lang="en-US" altLang="en-US" sz="3600">
                <a:solidFill>
                  <a:srgbClr val="0E0D02"/>
                </a:solidFill>
              </a:rPr>
              <a:t>biological systems, i.e. enzymes,</a:t>
            </a:r>
          </a:p>
          <a:p>
            <a:pPr eaLnBrk="1" hangingPunct="1"/>
            <a:r>
              <a:rPr lang="en-US" altLang="en-US" sz="3600">
                <a:solidFill>
                  <a:srgbClr val="0E0D02"/>
                </a:solidFill>
              </a:rPr>
              <a:t>messengers, and building blocks.</a:t>
            </a:r>
            <a:endParaRPr lang="en-US" altLang="en-US" sz="3600" b="1">
              <a:solidFill>
                <a:srgbClr val="0E0D02"/>
              </a:solidFill>
            </a:endParaRPr>
          </a:p>
        </p:txBody>
      </p:sp>
    </p:spTree>
  </p:cSld>
  <p:clrMapOvr>
    <a:masterClrMapping/>
  </p:clrMapOvr>
  <p:transition>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3586" name="Rectangle 2"/>
          <p:cNvSpPr>
            <a:spLocks noGrp="1" noChangeArrowheads="1"/>
          </p:cNvSpPr>
          <p:nvPr>
            <p:ph type="title"/>
          </p:nvPr>
        </p:nvSpPr>
        <p:spPr>
          <a:xfrm>
            <a:off x="457200" y="292100"/>
            <a:ext cx="8229600" cy="871538"/>
          </a:xfrm>
        </p:spPr>
        <p:txBody>
          <a:bodyPr/>
          <a:lstStyle/>
          <a:p>
            <a:pPr eaLnBrk="1" hangingPunct="1">
              <a:defRPr/>
            </a:pPr>
            <a:r>
              <a:rPr lang="en-US" sz="2900" dirty="0" smtClean="0"/>
              <a:t>URSIDAE (Bears)</a:t>
            </a:r>
            <a:r>
              <a:rPr lang="en-US" dirty="0" smtClean="0"/>
              <a:t> </a:t>
            </a:r>
          </a:p>
        </p:txBody>
      </p:sp>
      <p:sp>
        <p:nvSpPr>
          <p:cNvPr id="323587" name="Rectangle 3"/>
          <p:cNvSpPr>
            <a:spLocks noGrp="1" noChangeArrowheads="1"/>
          </p:cNvSpPr>
          <p:nvPr>
            <p:ph idx="1"/>
          </p:nvPr>
        </p:nvSpPr>
        <p:spPr>
          <a:xfrm>
            <a:off x="457200" y="1143000"/>
            <a:ext cx="8229600" cy="5410200"/>
          </a:xfrm>
        </p:spPr>
        <p:txBody>
          <a:bodyPr/>
          <a:lstStyle/>
          <a:p>
            <a:pPr eaLnBrk="1" hangingPunct="1">
              <a:lnSpc>
                <a:spcPct val="80000"/>
              </a:lnSpc>
              <a:defRPr/>
            </a:pPr>
            <a:r>
              <a:rPr lang="en-US" sz="1800" b="1" dirty="0" smtClean="0"/>
              <a:t>Large Size</a:t>
            </a:r>
            <a:r>
              <a:rPr lang="en-US" sz="1800" dirty="0" smtClean="0"/>
              <a:t>: Bears are large-bodied compared to many other carnivores. Most of their diet consists of vegetable matter. Meat is digested quickly but vegetable matter takes much longer. Larger body size brings a decrease in metabolic rate, so large body animals can survive on the small energy from vegetable matter, even though they have to eat a vast amount of food to satisfy their total energy needs.</a:t>
            </a:r>
            <a:endParaRPr lang="en-US" sz="1800" b="1" dirty="0" smtClean="0"/>
          </a:p>
          <a:p>
            <a:pPr eaLnBrk="1" hangingPunct="1">
              <a:lnSpc>
                <a:spcPct val="80000"/>
              </a:lnSpc>
              <a:defRPr/>
            </a:pPr>
            <a:r>
              <a:rPr lang="en-US" sz="1800" b="1" dirty="0" smtClean="0"/>
              <a:t>Powerful limbs and strong claws: </a:t>
            </a:r>
            <a:r>
              <a:rPr lang="en-US" sz="1800" dirty="0" smtClean="0"/>
              <a:t>Bears have long, powerful limbs with strong claws used in climbing trees, digging and grubbing. The scapula has a post-scapular </a:t>
            </a:r>
            <a:r>
              <a:rPr lang="en-US" sz="1800" dirty="0" err="1" smtClean="0"/>
              <a:t>fossa</a:t>
            </a:r>
            <a:r>
              <a:rPr lang="en-US" sz="1800" dirty="0" smtClean="0"/>
              <a:t> for the attachment of the </a:t>
            </a:r>
            <a:r>
              <a:rPr lang="en-US" sz="1800" dirty="0" err="1" smtClean="0"/>
              <a:t>subscapularis</a:t>
            </a:r>
            <a:r>
              <a:rPr lang="en-US" sz="1800" dirty="0" smtClean="0"/>
              <a:t> minor muscle which prevents the </a:t>
            </a:r>
            <a:r>
              <a:rPr lang="en-US" sz="1800" dirty="0" err="1" smtClean="0"/>
              <a:t>humeri</a:t>
            </a:r>
            <a:r>
              <a:rPr lang="en-US" sz="1800" dirty="0" smtClean="0"/>
              <a:t> popping out of their joints as a bear hauls its large body weight up trees.</a:t>
            </a:r>
            <a:endParaRPr lang="en-US" sz="1800" b="1" dirty="0" smtClean="0"/>
          </a:p>
          <a:p>
            <a:pPr eaLnBrk="1" hangingPunct="1">
              <a:lnSpc>
                <a:spcPct val="80000"/>
              </a:lnSpc>
              <a:defRPr/>
            </a:pPr>
            <a:r>
              <a:rPr lang="en-US" sz="1800" b="1" dirty="0" smtClean="0"/>
              <a:t>Grinding Molars:</a:t>
            </a:r>
            <a:r>
              <a:rPr lang="en-US" sz="1800" dirty="0" smtClean="0"/>
              <a:t> The premolars of bears are much smaller than other carnivores and often lost at old age. The molars are broadened and flattened for crushing and grinding up tough vegetable matter.</a:t>
            </a:r>
            <a:endParaRPr lang="en-US" sz="1800" b="1" dirty="0" smtClean="0"/>
          </a:p>
          <a:p>
            <a:pPr eaLnBrk="1" hangingPunct="1">
              <a:lnSpc>
                <a:spcPct val="80000"/>
              </a:lnSpc>
              <a:defRPr/>
            </a:pPr>
            <a:r>
              <a:rPr lang="en-US" sz="1800" b="1" dirty="0" smtClean="0"/>
              <a:t>Long Muzzle: </a:t>
            </a:r>
            <a:r>
              <a:rPr lang="en-US" sz="1800" dirty="0" smtClean="0"/>
              <a:t>The long, powerful muzzle with its mobile snout and protruding lips are important for digging and grubbing. The long muzzle is also a place for olfactory epithelium which accounts for the excellent sense of smell.</a:t>
            </a:r>
            <a:endParaRPr lang="en-US" sz="1800" b="1" dirty="0" smtClean="0"/>
          </a:p>
          <a:p>
            <a:pPr eaLnBrk="1" hangingPunct="1">
              <a:lnSpc>
                <a:spcPct val="80000"/>
              </a:lnSpc>
              <a:defRPr/>
            </a:pPr>
            <a:r>
              <a:rPr lang="en-US" sz="1800" b="1" dirty="0" smtClean="0"/>
              <a:t>Vestigial Tail:</a:t>
            </a:r>
            <a:r>
              <a:rPr lang="en-US" sz="1800" dirty="0" smtClean="0"/>
              <a:t> Unlike many other carnivores bears have a tail with no specialized function.</a:t>
            </a:r>
          </a:p>
        </p:txBody>
      </p:sp>
      <p:pic>
        <p:nvPicPr>
          <p:cNvPr id="31748" name="Picture 4" descr="SL00644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228600"/>
            <a:ext cx="13541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grpId="0" nodeType="withEffect">
                                  <p:stCondLst>
                                    <p:cond delay="0"/>
                                  </p:stCondLst>
                                  <p:childTnLst>
                                    <p:set>
                                      <p:cBhvr>
                                        <p:cTn id="6" dur="1" fill="hold">
                                          <p:stCondLst>
                                            <p:cond delay="0"/>
                                          </p:stCondLst>
                                        </p:cTn>
                                        <p:tgtEl>
                                          <p:spTgt spid="323586"/>
                                        </p:tgtEl>
                                        <p:attrNameLst>
                                          <p:attrName>style.visibility</p:attrName>
                                        </p:attrNameLst>
                                      </p:cBhvr>
                                      <p:to>
                                        <p:strVal val="visible"/>
                                      </p:to>
                                    </p:set>
                                    <p:anim calcmode="lin" valueType="num">
                                      <p:cBhvr>
                                        <p:cTn id="7" dur="1000" fill="hold"/>
                                        <p:tgtEl>
                                          <p:spTgt spid="323586"/>
                                        </p:tgtEl>
                                        <p:attrNameLst>
                                          <p:attrName>ppt_x</p:attrName>
                                        </p:attrNameLst>
                                      </p:cBhvr>
                                      <p:tavLst>
                                        <p:tav tm="0">
                                          <p:val>
                                            <p:strVal val="#ppt_x-.2"/>
                                          </p:val>
                                        </p:tav>
                                        <p:tav tm="100000">
                                          <p:val>
                                            <p:strVal val="#ppt_x"/>
                                          </p:val>
                                        </p:tav>
                                      </p:tavLst>
                                    </p:anim>
                                    <p:anim calcmode="lin" valueType="num">
                                      <p:cBhvr>
                                        <p:cTn id="8" dur="1000" fill="hold"/>
                                        <p:tgtEl>
                                          <p:spTgt spid="323586"/>
                                        </p:tgtEl>
                                        <p:attrNameLst>
                                          <p:attrName>ppt_y</p:attrName>
                                        </p:attrNameLst>
                                      </p:cBhvr>
                                      <p:tavLst>
                                        <p:tav tm="0">
                                          <p:val>
                                            <p:strVal val="#ppt_y"/>
                                          </p:val>
                                        </p:tav>
                                        <p:tav tm="100000">
                                          <p:val>
                                            <p:strVal val="#ppt_y"/>
                                          </p:val>
                                        </p:tav>
                                      </p:tavLst>
                                    </p:anim>
                                    <p:animEffect transition="in" filter="wipe(right)" prLst="gradientSize: 0.1">
                                      <p:cBhvr>
                                        <p:cTn id="9" dur="1000"/>
                                        <p:tgtEl>
                                          <p:spTgt spid="32358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323587">
                                            <p:txEl>
                                              <p:pRg st="0" end="0"/>
                                            </p:txEl>
                                          </p:spTgt>
                                        </p:tgtEl>
                                        <p:attrNameLst>
                                          <p:attrName>style.visibility</p:attrName>
                                        </p:attrNameLst>
                                      </p:cBhvr>
                                      <p:to>
                                        <p:strVal val="visible"/>
                                      </p:to>
                                    </p:set>
                                    <p:animEffect transition="in" filter="fade">
                                      <p:cBhvr>
                                        <p:cTn id="14" dur="500"/>
                                        <p:tgtEl>
                                          <p:spTgt spid="323587">
                                            <p:txEl>
                                              <p:pRg st="0" end="0"/>
                                            </p:txEl>
                                          </p:spTgt>
                                        </p:tgtEl>
                                      </p:cBhvr>
                                    </p:animEffect>
                                    <p:anim calcmode="lin" valueType="num">
                                      <p:cBhvr>
                                        <p:cTn id="15" dur="500" fill="hold"/>
                                        <p:tgtEl>
                                          <p:spTgt spid="323587">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23587">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323587">
                                            <p:txEl>
                                              <p:pRg st="1" end="1"/>
                                            </p:txEl>
                                          </p:spTgt>
                                        </p:tgtEl>
                                        <p:attrNameLst>
                                          <p:attrName>style.visibility</p:attrName>
                                        </p:attrNameLst>
                                      </p:cBhvr>
                                      <p:to>
                                        <p:strVal val="visible"/>
                                      </p:to>
                                    </p:set>
                                    <p:animEffect transition="in" filter="fade">
                                      <p:cBhvr>
                                        <p:cTn id="21" dur="500"/>
                                        <p:tgtEl>
                                          <p:spTgt spid="323587">
                                            <p:txEl>
                                              <p:pRg st="1" end="1"/>
                                            </p:txEl>
                                          </p:spTgt>
                                        </p:tgtEl>
                                      </p:cBhvr>
                                    </p:animEffect>
                                    <p:anim calcmode="lin" valueType="num">
                                      <p:cBhvr>
                                        <p:cTn id="22" dur="500" fill="hold"/>
                                        <p:tgtEl>
                                          <p:spTgt spid="323587">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323587">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323587">
                                            <p:txEl>
                                              <p:pRg st="2" end="2"/>
                                            </p:txEl>
                                          </p:spTgt>
                                        </p:tgtEl>
                                        <p:attrNameLst>
                                          <p:attrName>style.visibility</p:attrName>
                                        </p:attrNameLst>
                                      </p:cBhvr>
                                      <p:to>
                                        <p:strVal val="visible"/>
                                      </p:to>
                                    </p:set>
                                    <p:animEffect transition="in" filter="fade">
                                      <p:cBhvr>
                                        <p:cTn id="28" dur="500"/>
                                        <p:tgtEl>
                                          <p:spTgt spid="323587">
                                            <p:txEl>
                                              <p:pRg st="2" end="2"/>
                                            </p:txEl>
                                          </p:spTgt>
                                        </p:tgtEl>
                                      </p:cBhvr>
                                    </p:animEffect>
                                    <p:anim calcmode="lin" valueType="num">
                                      <p:cBhvr>
                                        <p:cTn id="29" dur="500" fill="hold"/>
                                        <p:tgtEl>
                                          <p:spTgt spid="323587">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323587">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323587">
                                            <p:txEl>
                                              <p:pRg st="3" end="3"/>
                                            </p:txEl>
                                          </p:spTgt>
                                        </p:tgtEl>
                                        <p:attrNameLst>
                                          <p:attrName>style.visibility</p:attrName>
                                        </p:attrNameLst>
                                      </p:cBhvr>
                                      <p:to>
                                        <p:strVal val="visible"/>
                                      </p:to>
                                    </p:set>
                                    <p:animEffect transition="in" filter="fade">
                                      <p:cBhvr>
                                        <p:cTn id="35" dur="500"/>
                                        <p:tgtEl>
                                          <p:spTgt spid="323587">
                                            <p:txEl>
                                              <p:pRg st="3" end="3"/>
                                            </p:txEl>
                                          </p:spTgt>
                                        </p:tgtEl>
                                      </p:cBhvr>
                                    </p:animEffect>
                                    <p:anim calcmode="lin" valueType="num">
                                      <p:cBhvr>
                                        <p:cTn id="36" dur="500" fill="hold"/>
                                        <p:tgtEl>
                                          <p:spTgt spid="323587">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323587">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323587">
                                            <p:txEl>
                                              <p:pRg st="4" end="4"/>
                                            </p:txEl>
                                          </p:spTgt>
                                        </p:tgtEl>
                                        <p:attrNameLst>
                                          <p:attrName>style.visibility</p:attrName>
                                        </p:attrNameLst>
                                      </p:cBhvr>
                                      <p:to>
                                        <p:strVal val="visible"/>
                                      </p:to>
                                    </p:set>
                                    <p:animEffect transition="in" filter="fade">
                                      <p:cBhvr>
                                        <p:cTn id="42" dur="500"/>
                                        <p:tgtEl>
                                          <p:spTgt spid="323587">
                                            <p:txEl>
                                              <p:pRg st="4" end="4"/>
                                            </p:txEl>
                                          </p:spTgt>
                                        </p:tgtEl>
                                      </p:cBhvr>
                                    </p:animEffect>
                                    <p:anim calcmode="lin" valueType="num">
                                      <p:cBhvr>
                                        <p:cTn id="43" dur="500" fill="hold"/>
                                        <p:tgtEl>
                                          <p:spTgt spid="323587">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323587">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86" grpId="0"/>
      <p:bldP spid="32358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447800"/>
            <a:ext cx="8540750" cy="685800"/>
          </a:xfrm>
        </p:spPr>
        <p:txBody>
          <a:bodyPr/>
          <a:lstStyle/>
          <a:p>
            <a:pPr>
              <a:defRPr/>
            </a:pPr>
            <a:r>
              <a:rPr lang="en-US" dirty="0" smtClean="0"/>
              <a:t>Example of bad animations</a:t>
            </a:r>
            <a:endParaRPr lang="en-US" dirty="0"/>
          </a:p>
        </p:txBody>
      </p:sp>
      <p:sp>
        <p:nvSpPr>
          <p:cNvPr id="4" name="Content Placeholder 2"/>
          <p:cNvSpPr txBox="1">
            <a:spLocks/>
          </p:cNvSpPr>
          <p:nvPr/>
        </p:nvSpPr>
        <p:spPr bwMode="auto">
          <a:xfrm>
            <a:off x="228600" y="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7" name="Content Placeholder 2"/>
          <p:cNvSpPr txBox="1">
            <a:spLocks/>
          </p:cNvSpPr>
          <p:nvPr/>
        </p:nvSpPr>
        <p:spPr bwMode="auto">
          <a:xfrm>
            <a:off x="76200" y="2590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8" name="Content Placeholder 2"/>
          <p:cNvSpPr txBox="1">
            <a:spLocks/>
          </p:cNvSpPr>
          <p:nvPr/>
        </p:nvSpPr>
        <p:spPr bwMode="auto">
          <a:xfrm>
            <a:off x="76200" y="3124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9" name="Content Placeholder 2"/>
          <p:cNvSpPr txBox="1">
            <a:spLocks/>
          </p:cNvSpPr>
          <p:nvPr/>
        </p:nvSpPr>
        <p:spPr bwMode="auto">
          <a:xfrm>
            <a:off x="76200" y="3733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0" name="Content Placeholder 2"/>
          <p:cNvSpPr txBox="1">
            <a:spLocks/>
          </p:cNvSpPr>
          <p:nvPr/>
        </p:nvSpPr>
        <p:spPr bwMode="auto">
          <a:xfrm>
            <a:off x="152400" y="43434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1" name="Content Placeholder 2"/>
          <p:cNvSpPr txBox="1">
            <a:spLocks/>
          </p:cNvSpPr>
          <p:nvPr/>
        </p:nvSpPr>
        <p:spPr bwMode="auto">
          <a:xfrm>
            <a:off x="152400" y="4876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2" name="Content Placeholder 2"/>
          <p:cNvSpPr txBox="1">
            <a:spLocks/>
          </p:cNvSpPr>
          <p:nvPr/>
        </p:nvSpPr>
        <p:spPr bwMode="auto">
          <a:xfrm>
            <a:off x="228600" y="54864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3" name="Content Placeholder 2"/>
          <p:cNvSpPr txBox="1">
            <a:spLocks/>
          </p:cNvSpPr>
          <p:nvPr/>
        </p:nvSpPr>
        <p:spPr bwMode="auto">
          <a:xfrm>
            <a:off x="152400" y="6172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4" name="Content Placeholder 2"/>
          <p:cNvSpPr txBox="1">
            <a:spLocks/>
          </p:cNvSpPr>
          <p:nvPr/>
        </p:nvSpPr>
        <p:spPr bwMode="auto">
          <a:xfrm>
            <a:off x="152400" y="1981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5" name="Content Placeholder 2"/>
          <p:cNvSpPr txBox="1">
            <a:spLocks/>
          </p:cNvSpPr>
          <p:nvPr/>
        </p:nvSpPr>
        <p:spPr bwMode="auto">
          <a:xfrm>
            <a:off x="228600" y="457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6" name="Content Placeholder 2"/>
          <p:cNvSpPr txBox="1">
            <a:spLocks/>
          </p:cNvSpPr>
          <p:nvPr/>
        </p:nvSpPr>
        <p:spPr bwMode="auto">
          <a:xfrm>
            <a:off x="152400" y="9906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from="(-#ppt_w/2)" to="(#ppt_x)" calcmode="lin" valueType="num">
                                      <p:cBhvr>
                                        <p:cTn id="7" dur="600" fill="hold">
                                          <p:stCondLst>
                                            <p:cond delay="0"/>
                                          </p:stCondLst>
                                        </p:cTn>
                                        <p:tgtEl>
                                          <p:spTgt spid="4"/>
                                        </p:tgtEl>
                                        <p:attrNameLst>
                                          <p:attrName>ppt_x</p:attrName>
                                        </p:attrNameLst>
                                      </p:cBhvr>
                                    </p:anim>
                                    <p:anim from="0" to="-1.0" calcmode="lin" valueType="num">
                                      <p:cBhvr>
                                        <p:cTn id="8" dur="200" decel="50000" autoRev="1" fill="hold">
                                          <p:stCondLst>
                                            <p:cond delay="600"/>
                                          </p:stCondLst>
                                        </p:cTn>
                                        <p:tgtEl>
                                          <p:spTgt spid="4"/>
                                        </p:tgtEl>
                                        <p:attrNameLst>
                                          <p:attrName>xshear</p:attrName>
                                        </p:attrNameLst>
                                      </p:cBhvr>
                                    </p:anim>
                                    <p:animScale>
                                      <p:cBhvr>
                                        <p:cTn id="9" dur="200" decel="100000" autoRev="1" fill="hold">
                                          <p:stCondLst>
                                            <p:cond delay="600"/>
                                          </p:stCondLst>
                                        </p:cTn>
                                        <p:tgtEl>
                                          <p:spTgt spid="4"/>
                                        </p:tgtEl>
                                      </p:cBhvr>
                                      <p:from x="100000" y="100000"/>
                                      <p:to x="80000" y="100000"/>
                                    </p:animScale>
                                    <p:anim by="(#ppt_h/3+#ppt_w*0.1)" calcmode="lin" valueType="num">
                                      <p:cBhvr additive="sum">
                                        <p:cTn id="10" dur="200" decel="100000" autoRev="1" fill="hold">
                                          <p:stCondLst>
                                            <p:cond delay="600"/>
                                          </p:stCondLst>
                                        </p:cTn>
                                        <p:tgtEl>
                                          <p:spTgt spid="4"/>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5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770" decel="100000"/>
                                        <p:tgtEl>
                                          <p:spTgt spid="15"/>
                                        </p:tgtEl>
                                      </p:cBhvr>
                                    </p:animEffect>
                                    <p:animScale>
                                      <p:cBhvr>
                                        <p:cTn id="16" dur="770" decel="100000"/>
                                        <p:tgtEl>
                                          <p:spTgt spid="15"/>
                                        </p:tgtEl>
                                      </p:cBhvr>
                                      <p:from x="10000" y="10000"/>
                                      <p:to x="200000" y="450000"/>
                                    </p:animScale>
                                    <p:animScale>
                                      <p:cBhvr>
                                        <p:cTn id="17" dur="1230" accel="100000" fill="hold">
                                          <p:stCondLst>
                                            <p:cond delay="770"/>
                                          </p:stCondLst>
                                        </p:cTn>
                                        <p:tgtEl>
                                          <p:spTgt spid="15"/>
                                        </p:tgtEl>
                                      </p:cBhvr>
                                      <p:from x="200000" y="450000"/>
                                      <p:to x="100000" y="100000"/>
                                    </p:animScale>
                                    <p:set>
                                      <p:cBhvr>
                                        <p:cTn id="18" dur="770" fill="hold"/>
                                        <p:tgtEl>
                                          <p:spTgt spid="15"/>
                                        </p:tgtEl>
                                        <p:attrNameLst>
                                          <p:attrName>ppt_x</p:attrName>
                                        </p:attrNameLst>
                                      </p:cBhvr>
                                      <p:to>
                                        <p:strVal val="(0.5)"/>
                                      </p:to>
                                    </p:set>
                                    <p:anim from="(0.5)" to="(#ppt_x)" calcmode="lin" valueType="num">
                                      <p:cBhvr>
                                        <p:cTn id="19" dur="1230" accel="100000" fill="hold">
                                          <p:stCondLst>
                                            <p:cond delay="770"/>
                                          </p:stCondLst>
                                        </p:cTn>
                                        <p:tgtEl>
                                          <p:spTgt spid="15"/>
                                        </p:tgtEl>
                                        <p:attrNameLst>
                                          <p:attrName>ppt_x</p:attrName>
                                        </p:attrNameLst>
                                      </p:cBhvr>
                                    </p:anim>
                                    <p:set>
                                      <p:cBhvr>
                                        <p:cTn id="20" dur="770" fill="hold"/>
                                        <p:tgtEl>
                                          <p:spTgt spid="15"/>
                                        </p:tgtEl>
                                        <p:attrNameLst>
                                          <p:attrName>ppt_y</p:attrName>
                                        </p:attrNameLst>
                                      </p:cBhvr>
                                      <p:to>
                                        <p:strVal val="(#ppt_y+0.4)"/>
                                      </p:to>
                                    </p:set>
                                    <p:anim from="(#ppt_y+0.4)" to="(#ppt_y)" calcmode="lin" valueType="num">
                                      <p:cBhvr>
                                        <p:cTn id="21" dur="1230" accel="100000" fill="hold">
                                          <p:stCondLst>
                                            <p:cond delay="770"/>
                                          </p:stCondLst>
                                        </p:cTn>
                                        <p:tgtEl>
                                          <p:spTgt spid="15"/>
                                        </p:tgtEl>
                                        <p:attrNameLst>
                                          <p:attrName>ppt_y</p:attrName>
                                        </p:attrNameLst>
                                      </p:cBhvr>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6"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down)">
                                      <p:cBhvr>
                                        <p:cTn id="26" dur="580">
                                          <p:stCondLst>
                                            <p:cond delay="0"/>
                                          </p:stCondLst>
                                        </p:cTn>
                                        <p:tgtEl>
                                          <p:spTgt spid="16"/>
                                        </p:tgtEl>
                                      </p:cBhvr>
                                    </p:animEffect>
                                    <p:anim calcmode="lin" valueType="num">
                                      <p:cBhvr>
                                        <p:cTn id="27"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28"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29"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30"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31"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32" dur="26">
                                          <p:stCondLst>
                                            <p:cond delay="650"/>
                                          </p:stCondLst>
                                        </p:cTn>
                                        <p:tgtEl>
                                          <p:spTgt spid="16"/>
                                        </p:tgtEl>
                                      </p:cBhvr>
                                      <p:to x="100000" y="60000"/>
                                    </p:animScale>
                                    <p:animScale>
                                      <p:cBhvr>
                                        <p:cTn id="33" dur="166" decel="50000">
                                          <p:stCondLst>
                                            <p:cond delay="676"/>
                                          </p:stCondLst>
                                        </p:cTn>
                                        <p:tgtEl>
                                          <p:spTgt spid="16"/>
                                        </p:tgtEl>
                                      </p:cBhvr>
                                      <p:to x="100000" y="100000"/>
                                    </p:animScale>
                                    <p:animScale>
                                      <p:cBhvr>
                                        <p:cTn id="34" dur="26">
                                          <p:stCondLst>
                                            <p:cond delay="1312"/>
                                          </p:stCondLst>
                                        </p:cTn>
                                        <p:tgtEl>
                                          <p:spTgt spid="16"/>
                                        </p:tgtEl>
                                      </p:cBhvr>
                                      <p:to x="100000" y="80000"/>
                                    </p:animScale>
                                    <p:animScale>
                                      <p:cBhvr>
                                        <p:cTn id="35" dur="166" decel="50000">
                                          <p:stCondLst>
                                            <p:cond delay="1338"/>
                                          </p:stCondLst>
                                        </p:cTn>
                                        <p:tgtEl>
                                          <p:spTgt spid="16"/>
                                        </p:tgtEl>
                                      </p:cBhvr>
                                      <p:to x="100000" y="100000"/>
                                    </p:animScale>
                                    <p:animScale>
                                      <p:cBhvr>
                                        <p:cTn id="36" dur="26">
                                          <p:stCondLst>
                                            <p:cond delay="1642"/>
                                          </p:stCondLst>
                                        </p:cTn>
                                        <p:tgtEl>
                                          <p:spTgt spid="16"/>
                                        </p:tgtEl>
                                      </p:cBhvr>
                                      <p:to x="100000" y="90000"/>
                                    </p:animScale>
                                    <p:animScale>
                                      <p:cBhvr>
                                        <p:cTn id="37" dur="166" decel="50000">
                                          <p:stCondLst>
                                            <p:cond delay="1668"/>
                                          </p:stCondLst>
                                        </p:cTn>
                                        <p:tgtEl>
                                          <p:spTgt spid="16"/>
                                        </p:tgtEl>
                                      </p:cBhvr>
                                      <p:to x="100000" y="100000"/>
                                    </p:animScale>
                                    <p:animScale>
                                      <p:cBhvr>
                                        <p:cTn id="38" dur="26">
                                          <p:stCondLst>
                                            <p:cond delay="1808"/>
                                          </p:stCondLst>
                                        </p:cTn>
                                        <p:tgtEl>
                                          <p:spTgt spid="16"/>
                                        </p:tgtEl>
                                      </p:cBhvr>
                                      <p:to x="100000" y="95000"/>
                                    </p:animScale>
                                    <p:animScale>
                                      <p:cBhvr>
                                        <p:cTn id="39" dur="166" decel="50000">
                                          <p:stCondLst>
                                            <p:cond delay="1834"/>
                                          </p:stCondLst>
                                        </p:cTn>
                                        <p:tgtEl>
                                          <p:spTgt spid="16"/>
                                        </p:tgtEl>
                                      </p:cBhvr>
                                      <p:to x="100000" y="100000"/>
                                    </p:animScale>
                                  </p:childTnLst>
                                </p:cTn>
                              </p:par>
                            </p:childTnLst>
                          </p:cTn>
                        </p:par>
                      </p:childTnLst>
                    </p:cTn>
                  </p:par>
                  <p:par>
                    <p:cTn id="40" fill="hold" nodeType="clickPar">
                      <p:stCondLst>
                        <p:cond delay="indefinite"/>
                      </p:stCondLst>
                      <p:childTnLst>
                        <p:par>
                          <p:cTn id="41" fill="hold" nodeType="withGroup">
                            <p:stCondLst>
                              <p:cond delay="0"/>
                            </p:stCondLst>
                            <p:childTnLst>
                              <p:par>
                                <p:cTn id="42" presetID="28" presetClass="entr" presetSubtype="0" fill="hold" grpId="0" nodeType="clickEffect">
                                  <p:stCondLst>
                                    <p:cond delay="0"/>
                                  </p:stCondLst>
                                  <p:childTnLst>
                                    <p:set>
                                      <p:cBhvr>
                                        <p:cTn id="43" dur="1" fill="hold">
                                          <p:stCondLst>
                                            <p:cond delay="0"/>
                                          </p:stCondLst>
                                        </p:cTn>
                                        <p:tgtEl>
                                          <p:spTgt spid="3">
                                            <p:txEl>
                                              <p:pRg st="0" end="0"/>
                                            </p:txEl>
                                          </p:spTgt>
                                        </p:tgtEl>
                                        <p:attrNameLst>
                                          <p:attrName>style.visibility</p:attrName>
                                        </p:attrNameLst>
                                      </p:cBhvr>
                                      <p:to>
                                        <p:strVal val="visible"/>
                                      </p:to>
                                    </p:set>
                                    <p:anim calcmode="lin" valueType="num">
                                      <p:cBhvr>
                                        <p:cTn id="44" dur="15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45" dur="15000" fill="hold"/>
                                        <p:tgtEl>
                                          <p:spTgt spid="3">
                                            <p:txEl>
                                              <p:pRg st="0" end="0"/>
                                            </p:txEl>
                                          </p:spTgt>
                                        </p:tgtEl>
                                        <p:attrNameLst>
                                          <p:attrName>ppt_y</p:attrName>
                                        </p:attrNameLst>
                                      </p:cBhvr>
                                      <p:tavLst>
                                        <p:tav tm="0">
                                          <p:val>
                                            <p:strVal val="#ppt_y+1"/>
                                          </p:val>
                                        </p:tav>
                                        <p:tav tm="100000">
                                          <p:val>
                                            <p:strVal val="#ppt_y-1"/>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9" presetClass="entr" presetSubtype="10"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p:cTn id="50" dur="5000" fill="hold"/>
                                        <p:tgtEl>
                                          <p:spTgt spid="14"/>
                                        </p:tgtEl>
                                        <p:attrNameLst>
                                          <p:attrName>ppt_w</p:attrName>
                                        </p:attrNameLst>
                                      </p:cBhvr>
                                      <p:tavLst>
                                        <p:tav tm="0" fmla="#ppt_w*sin(2.5*pi*$)">
                                          <p:val>
                                            <p:fltVal val="0"/>
                                          </p:val>
                                        </p:tav>
                                        <p:tav tm="100000">
                                          <p:val>
                                            <p:fltVal val="1"/>
                                          </p:val>
                                        </p:tav>
                                      </p:tavLst>
                                    </p:anim>
                                    <p:anim calcmode="lin" valueType="num">
                                      <p:cBhvr>
                                        <p:cTn id="51" dur="5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9" presetClass="entr" presetSubtype="0" decel="100000"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 calcmode="lin" valueType="num">
                                      <p:cBhvr>
                                        <p:cTn id="56" dur="500" fill="hold"/>
                                        <p:tgtEl>
                                          <p:spTgt spid="7"/>
                                        </p:tgtEl>
                                        <p:attrNameLst>
                                          <p:attrName>ppt_w</p:attrName>
                                        </p:attrNameLst>
                                      </p:cBhvr>
                                      <p:tavLst>
                                        <p:tav tm="0">
                                          <p:val>
                                            <p:fltVal val="0"/>
                                          </p:val>
                                        </p:tav>
                                        <p:tav tm="100000">
                                          <p:val>
                                            <p:strVal val="#ppt_w"/>
                                          </p:val>
                                        </p:tav>
                                      </p:tavLst>
                                    </p:anim>
                                    <p:anim calcmode="lin" valueType="num">
                                      <p:cBhvr>
                                        <p:cTn id="57" dur="500" fill="hold"/>
                                        <p:tgtEl>
                                          <p:spTgt spid="7"/>
                                        </p:tgtEl>
                                        <p:attrNameLst>
                                          <p:attrName>ppt_h</p:attrName>
                                        </p:attrNameLst>
                                      </p:cBhvr>
                                      <p:tavLst>
                                        <p:tav tm="0">
                                          <p:val>
                                            <p:fltVal val="0"/>
                                          </p:val>
                                        </p:tav>
                                        <p:tav tm="100000">
                                          <p:val>
                                            <p:strVal val="#ppt_h"/>
                                          </p:val>
                                        </p:tav>
                                      </p:tavLst>
                                    </p:anim>
                                    <p:anim calcmode="lin" valueType="num">
                                      <p:cBhvr>
                                        <p:cTn id="58" dur="500" fill="hold"/>
                                        <p:tgtEl>
                                          <p:spTgt spid="7"/>
                                        </p:tgtEl>
                                        <p:attrNameLst>
                                          <p:attrName>style.rotation</p:attrName>
                                        </p:attrNameLst>
                                      </p:cBhvr>
                                      <p:tavLst>
                                        <p:tav tm="0">
                                          <p:val>
                                            <p:fltVal val="360"/>
                                          </p:val>
                                        </p:tav>
                                        <p:tav tm="100000">
                                          <p:val>
                                            <p:fltVal val="0"/>
                                          </p:val>
                                        </p:tav>
                                      </p:tavLst>
                                    </p:anim>
                                    <p:animEffect transition="in" filter="fade">
                                      <p:cBhvr>
                                        <p:cTn id="59" dur="500"/>
                                        <p:tgtEl>
                                          <p:spTgt spid="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40" presetClass="entr" presetSubtype="0" fill="hold" grpId="0" nodeType="clickEffect">
                                  <p:stCondLst>
                                    <p:cond delay="0"/>
                                  </p:stCondLst>
                                  <p:iterate type="lt">
                                    <p:tmPct val="10000"/>
                                  </p:iterate>
                                  <p:childTnLst>
                                    <p:set>
                                      <p:cBhvr>
                                        <p:cTn id="63" dur="1" fill="hold">
                                          <p:stCondLst>
                                            <p:cond delay="0"/>
                                          </p:stCondLst>
                                        </p:cTn>
                                        <p:tgtEl>
                                          <p:spTgt spid="8"/>
                                        </p:tgtEl>
                                        <p:attrNameLst>
                                          <p:attrName>style.visibility</p:attrName>
                                        </p:attrNameLst>
                                      </p:cBhvr>
                                      <p:to>
                                        <p:strVal val="visible"/>
                                      </p:to>
                                    </p:set>
                                    <p:animEffect transition="in" filter="fade">
                                      <p:cBhvr>
                                        <p:cTn id="64" dur="1000"/>
                                        <p:tgtEl>
                                          <p:spTgt spid="8"/>
                                        </p:tgtEl>
                                      </p:cBhvr>
                                    </p:animEffect>
                                    <p:anim calcmode="lin" valueType="num">
                                      <p:cBhvr>
                                        <p:cTn id="65" dur="1000" fill="hold"/>
                                        <p:tgtEl>
                                          <p:spTgt spid="8"/>
                                        </p:tgtEl>
                                        <p:attrNameLst>
                                          <p:attrName>ppt_x</p:attrName>
                                        </p:attrNameLst>
                                      </p:cBhvr>
                                      <p:tavLst>
                                        <p:tav tm="0">
                                          <p:val>
                                            <p:strVal val="#ppt_x-.1"/>
                                          </p:val>
                                        </p:tav>
                                        <p:tav tm="100000">
                                          <p:val>
                                            <p:strVal val="#ppt_x"/>
                                          </p:val>
                                        </p:tav>
                                      </p:tavLst>
                                    </p:anim>
                                    <p:anim calcmode="lin" valueType="num">
                                      <p:cBhvr>
                                        <p:cTn id="66" dur="10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38" presetClass="entr" presetSubtype="0" accel="50000" fill="hold" grpId="0" nodeType="clickEffect">
                                  <p:stCondLst>
                                    <p:cond delay="0"/>
                                  </p:stCondLst>
                                  <p:iterate type="lt">
                                    <p:tmPct val="50000"/>
                                  </p:iterate>
                                  <p:childTnLst>
                                    <p:set>
                                      <p:cBhvr>
                                        <p:cTn id="70" dur="1" fill="hold">
                                          <p:stCondLst>
                                            <p:cond delay="0"/>
                                          </p:stCondLst>
                                        </p:cTn>
                                        <p:tgtEl>
                                          <p:spTgt spid="9"/>
                                        </p:tgtEl>
                                        <p:attrNameLst>
                                          <p:attrName>style.visibility</p:attrName>
                                        </p:attrNameLst>
                                      </p:cBhvr>
                                      <p:to>
                                        <p:strVal val="visible"/>
                                      </p:to>
                                    </p:set>
                                    <p:set>
                                      <p:cBhvr>
                                        <p:cTn id="71" dur="455" fill="hold">
                                          <p:stCondLst>
                                            <p:cond delay="0"/>
                                          </p:stCondLst>
                                        </p:cTn>
                                        <p:tgtEl>
                                          <p:spTgt spid="9"/>
                                        </p:tgtEl>
                                        <p:attrNameLst>
                                          <p:attrName>style.rotation</p:attrName>
                                        </p:attrNameLst>
                                      </p:cBhvr>
                                      <p:to>
                                        <p:strVal val="-45.0"/>
                                      </p:to>
                                    </p:set>
                                    <p:anim calcmode="lin" valueType="num">
                                      <p:cBhvr>
                                        <p:cTn id="72" dur="455" fill="hold">
                                          <p:stCondLst>
                                            <p:cond delay="455"/>
                                          </p:stCondLst>
                                        </p:cTn>
                                        <p:tgtEl>
                                          <p:spTgt spid="9"/>
                                        </p:tgtEl>
                                        <p:attrNameLst>
                                          <p:attrName>style.rotation</p:attrName>
                                        </p:attrNameLst>
                                      </p:cBhvr>
                                      <p:tavLst>
                                        <p:tav tm="0">
                                          <p:val>
                                            <p:fltVal val="-45"/>
                                          </p:val>
                                        </p:tav>
                                        <p:tav tm="69900">
                                          <p:val>
                                            <p:fltVal val="45"/>
                                          </p:val>
                                        </p:tav>
                                        <p:tav tm="100000">
                                          <p:val>
                                            <p:fltVal val="0"/>
                                          </p:val>
                                        </p:tav>
                                      </p:tavLst>
                                    </p:anim>
                                    <p:anim calcmode="lin" valueType="num">
                                      <p:cBhvr>
                                        <p:cTn id="73" dur="455" fill="hold">
                                          <p:stCondLst>
                                            <p:cond delay="0"/>
                                          </p:stCondLst>
                                        </p:cTn>
                                        <p:tgtEl>
                                          <p:spTgt spid="9"/>
                                        </p:tgtEl>
                                        <p:attrNameLst>
                                          <p:attrName>ppt_y</p:attrName>
                                        </p:attrNameLst>
                                      </p:cBhvr>
                                      <p:tavLst>
                                        <p:tav tm="0">
                                          <p:val>
                                            <p:strVal val="#ppt_y-1"/>
                                          </p:val>
                                        </p:tav>
                                        <p:tav tm="100000">
                                          <p:val>
                                            <p:strVal val="#ppt_y-(0.354*#ppt_w-0.172*#ppt_h)"/>
                                          </p:val>
                                        </p:tav>
                                      </p:tavLst>
                                    </p:anim>
                                    <p:anim calcmode="lin" valueType="num">
                                      <p:cBhvr>
                                        <p:cTn id="74" dur="156" decel="50000" autoRev="1" fill="hold">
                                          <p:stCondLst>
                                            <p:cond delay="455"/>
                                          </p:stCondLst>
                                        </p:cTn>
                                        <p:tgtEl>
                                          <p:spTgt spid="9"/>
                                        </p:tgtEl>
                                        <p:attrNameLst>
                                          <p:attrName>ppt_y</p:attrName>
                                        </p:attrNameLst>
                                      </p:cBhvr>
                                      <p:tavLst>
                                        <p:tav tm="0">
                                          <p:val>
                                            <p:strVal val="#ppt_y-(0.354*#ppt_w-0.172*#ppt_h)"/>
                                          </p:val>
                                        </p:tav>
                                        <p:tav tm="100000">
                                          <p:val>
                                            <p:strVal val="#ppt_y-(0.354*#ppt_w-0.172*#ppt_h)-#ppt_h/2"/>
                                          </p:val>
                                        </p:tav>
                                      </p:tavLst>
                                    </p:anim>
                                    <p:anim calcmode="lin" valueType="num">
                                      <p:cBhvr>
                                        <p:cTn id="75" dur="136" fill="hold">
                                          <p:stCondLst>
                                            <p:cond delay="864"/>
                                          </p:stCondLst>
                                        </p:cTn>
                                        <p:tgtEl>
                                          <p:spTgt spid="9"/>
                                        </p:tgtEl>
                                        <p:attrNameLst>
                                          <p:attrName>ppt_y</p:attrName>
                                        </p:attrNameLst>
                                      </p:cBhvr>
                                      <p:tavLst>
                                        <p:tav tm="0">
                                          <p:val>
                                            <p:strVal val="#ppt_y-(0.354*#ppt_w-0.172*#ppt_h)"/>
                                          </p:val>
                                        </p:tav>
                                        <p:tav tm="100000">
                                          <p:val>
                                            <p:strVal val="#ppt_y"/>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7" presetClass="entr" presetSubtype="4" fill="hold" grpId="0" nodeType="click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0" fill="hold"/>
                                        <p:tgtEl>
                                          <p:spTgt spid="10"/>
                                        </p:tgtEl>
                                        <p:attrNameLst>
                                          <p:attrName>ppt_x</p:attrName>
                                        </p:attrNameLst>
                                      </p:cBhvr>
                                      <p:tavLst>
                                        <p:tav tm="0">
                                          <p:val>
                                            <p:strVal val="#ppt_x"/>
                                          </p:val>
                                        </p:tav>
                                        <p:tav tm="100000">
                                          <p:val>
                                            <p:strVal val="#ppt_x"/>
                                          </p:val>
                                        </p:tav>
                                      </p:tavLst>
                                    </p:anim>
                                    <p:anim calcmode="lin" valueType="num">
                                      <p:cBhvr additive="base">
                                        <p:cTn id="81" dur="50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28" presetClass="emph" presetSubtype="0" fill="hold" grpId="0" nodeType="clickEffect">
                                  <p:stCondLst>
                                    <p:cond delay="0"/>
                                  </p:stCondLst>
                                  <p:iterate type="lt">
                                    <p:tmPct val="10000"/>
                                  </p:iterate>
                                  <p:childTnLst>
                                    <p:animClr clrSpc="rgb" dir="cw">
                                      <p:cBhvr override="childStyle">
                                        <p:cTn id="85" dur="500" fill="hold"/>
                                        <p:tgtEl>
                                          <p:spTgt spid="11"/>
                                        </p:tgtEl>
                                        <p:attrNameLst>
                                          <p:attrName>style.color</p:attrName>
                                        </p:attrNameLst>
                                      </p:cBhvr>
                                      <p:to>
                                        <a:schemeClr val="accent2"/>
                                      </p:to>
                                    </p:animClr>
                                    <p:animClr clrSpc="rgb" dir="cw">
                                      <p:cBhvr>
                                        <p:cTn id="86" dur="500" fill="hold"/>
                                        <p:tgtEl>
                                          <p:spTgt spid="11"/>
                                        </p:tgtEl>
                                        <p:attrNameLst>
                                          <p:attrName>fillcolor</p:attrName>
                                        </p:attrNameLst>
                                      </p:cBhvr>
                                      <p:to>
                                        <a:schemeClr val="accent2"/>
                                      </p:to>
                                    </p:animClr>
                                    <p:set>
                                      <p:cBhvr>
                                        <p:cTn id="87" dur="500" fill="hold"/>
                                        <p:tgtEl>
                                          <p:spTgt spid="11"/>
                                        </p:tgtEl>
                                        <p:attrNameLst>
                                          <p:attrName>fill.type</p:attrName>
                                        </p:attrNameLst>
                                      </p:cBhvr>
                                      <p:to>
                                        <p:strVal val="solid"/>
                                      </p:to>
                                    </p:set>
                                    <p:anim to="1.5" calcmode="lin" valueType="num">
                                      <p:cBhvr override="childStyle">
                                        <p:cTn id="88" dur="500" fill="hold"/>
                                        <p:tgtEl>
                                          <p:spTgt spid="11"/>
                                        </p:tgtEl>
                                        <p:attrNameLst>
                                          <p:attrName>style.fontSize</p:attrName>
                                        </p:attrNameLst>
                                      </p:cBhvr>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34" presetClass="emph" presetSubtype="0" fill="hold" grpId="0" nodeType="clickEffect">
                                  <p:stCondLst>
                                    <p:cond delay="0"/>
                                  </p:stCondLst>
                                  <p:iterate type="lt">
                                    <p:tmPct val="10000"/>
                                  </p:iterate>
                                  <p:childTnLst>
                                    <p:animMotion origin="layout" path="M 0.0 0.0 L 0.0 -0.07213" pathEditMode="relative" ptsTypes="">
                                      <p:cBhvr>
                                        <p:cTn id="92" dur="250" accel="50000" decel="50000" autoRev="1" fill="hold">
                                          <p:stCondLst>
                                            <p:cond delay="0"/>
                                          </p:stCondLst>
                                        </p:cTn>
                                        <p:tgtEl>
                                          <p:spTgt spid="12"/>
                                        </p:tgtEl>
                                        <p:attrNameLst>
                                          <p:attrName>ppt_x</p:attrName>
                                          <p:attrName>ppt_y</p:attrName>
                                        </p:attrNameLst>
                                      </p:cBhvr>
                                    </p:animMotion>
                                    <p:animRot by="1500000">
                                      <p:cBhvr>
                                        <p:cTn id="93" dur="125" fill="hold">
                                          <p:stCondLst>
                                            <p:cond delay="0"/>
                                          </p:stCondLst>
                                        </p:cTn>
                                        <p:tgtEl>
                                          <p:spTgt spid="12"/>
                                        </p:tgtEl>
                                        <p:attrNameLst>
                                          <p:attrName>r</p:attrName>
                                        </p:attrNameLst>
                                      </p:cBhvr>
                                    </p:animRot>
                                    <p:animRot by="-1500000">
                                      <p:cBhvr>
                                        <p:cTn id="94" dur="125" fill="hold">
                                          <p:stCondLst>
                                            <p:cond delay="125"/>
                                          </p:stCondLst>
                                        </p:cTn>
                                        <p:tgtEl>
                                          <p:spTgt spid="12"/>
                                        </p:tgtEl>
                                        <p:attrNameLst>
                                          <p:attrName>r</p:attrName>
                                        </p:attrNameLst>
                                      </p:cBhvr>
                                    </p:animRot>
                                    <p:animRot by="-1500000">
                                      <p:cBhvr>
                                        <p:cTn id="95" dur="125" fill="hold">
                                          <p:stCondLst>
                                            <p:cond delay="250"/>
                                          </p:stCondLst>
                                        </p:cTn>
                                        <p:tgtEl>
                                          <p:spTgt spid="12"/>
                                        </p:tgtEl>
                                        <p:attrNameLst>
                                          <p:attrName>r</p:attrName>
                                        </p:attrNameLst>
                                      </p:cBhvr>
                                    </p:animRot>
                                    <p:animRot by="1500000">
                                      <p:cBhvr>
                                        <p:cTn id="96" dur="125" fill="hold">
                                          <p:stCondLst>
                                            <p:cond delay="375"/>
                                          </p:stCondLst>
                                        </p:cTn>
                                        <p:tgtEl>
                                          <p:spTgt spid="12"/>
                                        </p:tgtEl>
                                        <p:attrNameLst>
                                          <p:attrName>r</p:attrName>
                                        </p:attrNameLst>
                                      </p:cBhvr>
                                    </p:animRot>
                                  </p:childTnLst>
                                </p:cTn>
                              </p:par>
                            </p:childTnLst>
                          </p:cTn>
                        </p:par>
                      </p:childTnLst>
                    </p:cTn>
                  </p:par>
                  <p:par>
                    <p:cTn id="97" fill="hold" nodeType="clickPar">
                      <p:stCondLst>
                        <p:cond delay="indefinite"/>
                      </p:stCondLst>
                      <p:childTnLst>
                        <p:par>
                          <p:cTn id="98" fill="hold" nodeType="withGroup">
                            <p:stCondLst>
                              <p:cond delay="0"/>
                            </p:stCondLst>
                            <p:childTnLst>
                              <p:par>
                                <p:cTn id="99" presetID="35" presetClass="emph" presetSubtype="0" fill="hold" grpId="0" nodeType="clickEffect">
                                  <p:stCondLst>
                                    <p:cond delay="0"/>
                                  </p:stCondLst>
                                  <p:childTnLst>
                                    <p:anim calcmode="discrete" valueType="str">
                                      <p:cBhvr>
                                        <p:cTn id="100"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4" grpId="0"/>
      <p:bldP spid="7" grpId="0"/>
      <p:bldP spid="8" grpId="0"/>
      <p:bldP spid="9" grpId="0"/>
      <p:bldP spid="10" grpId="0"/>
      <p:bldP spid="11" grpId="0"/>
      <p:bldP spid="12" grpId="0"/>
      <p:bldP spid="13" grpId="0"/>
      <p:bldP spid="14" grpId="0"/>
      <p:bldP spid="15"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Rot="1" noChangeArrowheads="1"/>
          </p:cNvSpPr>
          <p:nvPr>
            <p:ph type="title"/>
          </p:nvPr>
        </p:nvSpPr>
        <p:spPr/>
        <p:txBody>
          <a:bodyPr/>
          <a:lstStyle/>
          <a:p>
            <a:pPr eaLnBrk="1" hangingPunct="1">
              <a:defRPr/>
            </a:pPr>
            <a:r>
              <a:rPr lang="en-US" smtClean="0"/>
              <a:t>BLUNT END VS. STICKY END</a:t>
            </a:r>
          </a:p>
        </p:txBody>
      </p:sp>
      <p:sp>
        <p:nvSpPr>
          <p:cNvPr id="220163" name="Rectangle 3"/>
          <p:cNvSpPr>
            <a:spLocks noGrp="1" noRot="1" noChangeArrowheads="1"/>
          </p:cNvSpPr>
          <p:nvPr>
            <p:ph type="body" idx="1"/>
          </p:nvPr>
        </p:nvSpPr>
        <p:spPr/>
        <p:txBody>
          <a:bodyPr/>
          <a:lstStyle/>
          <a:p>
            <a:pPr eaLnBrk="1" hangingPunct="1">
              <a:defRPr/>
            </a:pPr>
            <a:r>
              <a:rPr lang="en-US" smtClean="0"/>
              <a:t>HaeIII and AluI cut straight across the double helix producing "blunt" ends. However, many restriction enzymes cut in an offset fashion. </a:t>
            </a:r>
          </a:p>
          <a:p>
            <a:pPr eaLnBrk="1" hangingPunct="1">
              <a:defRPr/>
            </a:pPr>
            <a:r>
              <a:rPr lang="en-US" smtClean="0"/>
              <a:t>The ends of the cut have an overhanging piece of single-stranded DNA. These are called </a:t>
            </a:r>
            <a:r>
              <a:rPr lang="en-US" b="1" smtClean="0"/>
              <a:t>"sticky ends" </a:t>
            </a:r>
            <a:r>
              <a:rPr lang="en-US" smtClean="0"/>
              <a:t>because they are able to form with any base pair DNA molecule that contains the complementary sticky end. Any other source of DNA treated with the same enzyme will produce such molecules.</a:t>
            </a:r>
          </a:p>
          <a:p>
            <a:pPr eaLnBrk="1" hangingPunct="1">
              <a:buFont typeface="Wingdings" panose="05000000000000000000" pitchFamily="2" charset="2"/>
              <a:buNone/>
              <a:defRPr/>
            </a:pPr>
            <a:endParaRPr lang="en-US" smtClean="0"/>
          </a:p>
        </p:txBody>
      </p:sp>
    </p:spTree>
  </p:cSld>
  <p:clrMapOvr>
    <a:masterClrMapping/>
  </p:clrMapOvr>
  <p:transition>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rrowheads="1"/>
          </p:cNvSpPr>
          <p:nvPr>
            <p:ph type="title" idx="4294967295"/>
          </p:nvPr>
        </p:nvSpPr>
        <p:spPr/>
        <p:txBody>
          <a:bodyPr/>
          <a:lstStyle/>
          <a:p>
            <a:pPr eaLnBrk="1" hangingPunct="1">
              <a:defRPr/>
            </a:pPr>
            <a:r>
              <a:rPr lang="en-US">
                <a:effectLst>
                  <a:outerShdw blurRad="38100" dist="38100" dir="2700000" algn="tl">
                    <a:srgbClr val="000000"/>
                  </a:outerShdw>
                </a:effectLst>
              </a:rPr>
              <a:t>Miotics</a:t>
            </a:r>
          </a:p>
        </p:txBody>
      </p:sp>
      <p:sp>
        <p:nvSpPr>
          <p:cNvPr id="44035" name="Rectangle 3"/>
          <p:cNvSpPr>
            <a:spLocks noGrp="1" noRot="1" noChangeArrowheads="1"/>
          </p:cNvSpPr>
          <p:nvPr>
            <p:ph type="body" sz="half" idx="4294967295"/>
          </p:nvPr>
        </p:nvSpPr>
        <p:spPr>
          <a:xfrm>
            <a:off x="301625" y="1676400"/>
            <a:ext cx="4191000" cy="4422775"/>
          </a:xfrm>
        </p:spPr>
        <p:txBody>
          <a:bodyPr/>
          <a:lstStyle/>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400">
                <a:effectLst>
                  <a:outerShdw blurRad="38100" dist="38100" dir="2700000" algn="tl">
                    <a:srgbClr val="000000"/>
                  </a:outerShdw>
                </a:effectLst>
              </a:rPr>
              <a:t>-</a:t>
            </a:r>
            <a:r>
              <a:rPr lang="en-US" sz="1400" b="1">
                <a:effectLst>
                  <a:outerShdw blurRad="38100" dist="38100" dir="2700000" algn="tl">
                    <a:srgbClr val="000000"/>
                  </a:outerShdw>
                </a:effectLst>
              </a:rPr>
              <a:t>Pilocarpine</a:t>
            </a:r>
          </a:p>
          <a:p>
            <a:pPr marL="533400" indent="-533400" eaLnBrk="1" hangingPunct="1">
              <a:lnSpc>
                <a:spcPct val="80000"/>
              </a:lnSpc>
              <a:buFont typeface="Wingdings" panose="05000000000000000000" pitchFamily="2" charset="2"/>
              <a:buNone/>
              <a:defRPr/>
            </a:pPr>
            <a:r>
              <a:rPr lang="en-US" sz="1000">
                <a:effectLst>
                  <a:outerShdw blurRad="38100" dist="38100" dir="2700000" algn="tl">
                    <a:srgbClr val="000000"/>
                  </a:outerShdw>
                </a:effectLst>
              </a:rPr>
              <a:t>a choline ester miotic and a positively charged quaternary ammonium compound.Increase secretion by the exocrine glands. </a:t>
            </a:r>
            <a:r>
              <a:rPr lang="en-US" sz="1200">
                <a:effectLst>
                  <a:outerShdw blurRad="38100" dist="38100" dir="2700000" algn="tl">
                    <a:srgbClr val="000000"/>
                  </a:outerShdw>
                </a:effectLst>
              </a:rPr>
              <a:t>increase secretion by the exocrine glands, and produces contraction of the iris sphincter muscle and ciliary muscle by mainly stimulating muscarinic receptors. </a:t>
            </a:r>
          </a:p>
          <a:p>
            <a:pPr marL="533400" indent="-533400" eaLnBrk="1" hangingPunct="1">
              <a:lnSpc>
                <a:spcPct val="80000"/>
              </a:lnSpc>
              <a:defRPr/>
            </a:pPr>
            <a:r>
              <a:rPr lang="en-US" sz="1200">
                <a:effectLst>
                  <a:outerShdw blurRad="38100" dist="38100" dir="2700000" algn="tl">
                    <a:srgbClr val="000000"/>
                  </a:outerShdw>
                </a:effectLst>
              </a:rPr>
              <a:t>3times a day</a:t>
            </a:r>
          </a:p>
          <a:p>
            <a:pPr marL="533400" indent="-533400" eaLnBrk="1" hangingPunct="1">
              <a:lnSpc>
                <a:spcPct val="80000"/>
              </a:lnSpc>
              <a:buFont typeface="Wingdings" panose="05000000000000000000" pitchFamily="2" charset="2"/>
              <a:buNone/>
              <a:defRPr/>
            </a:pPr>
            <a:r>
              <a:rPr lang="en-US" sz="1400" b="1">
                <a:effectLst>
                  <a:outerShdw blurRad="38100" dist="38100" dir="2700000" algn="tl">
                    <a:srgbClr val="000000"/>
                  </a:outerShdw>
                </a:effectLst>
              </a:rPr>
              <a:t>-Carbachol</a:t>
            </a:r>
          </a:p>
          <a:p>
            <a:pPr marL="533400" indent="-533400" eaLnBrk="1" hangingPunct="1">
              <a:lnSpc>
                <a:spcPct val="80000"/>
              </a:lnSpc>
              <a:buFont typeface="Wingdings" panose="05000000000000000000" pitchFamily="2" charset="2"/>
              <a:buNone/>
              <a:defRPr/>
            </a:pPr>
            <a:r>
              <a:rPr lang="en-US" sz="1400">
                <a:effectLst>
                  <a:outerShdw blurRad="38100" dist="38100" dir="2700000" algn="tl">
                    <a:srgbClr val="000000"/>
                  </a:outerShdw>
                </a:effectLst>
              </a:rPr>
              <a:t>-produces constriction of the iris and ciliary body resulting in reduction in intraocular pressure</a:t>
            </a:r>
          </a:p>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000" b="1">
                <a:effectLst>
                  <a:outerShdw blurRad="38100" dist="38100" dir="2700000" algn="tl">
                    <a:srgbClr val="000000"/>
                  </a:outerShdw>
                </a:effectLst>
              </a:rPr>
              <a:t>-</a:t>
            </a:r>
            <a:r>
              <a:rPr lang="en-US" sz="1400" b="1">
                <a:effectLst>
                  <a:outerShdw blurRad="38100" dist="38100" dir="2700000" algn="tl">
                    <a:srgbClr val="000000"/>
                  </a:outerShdw>
                </a:effectLst>
              </a:rPr>
              <a:t>Echothiophate </a:t>
            </a:r>
            <a:br>
              <a:rPr lang="en-US" sz="1400" b="1">
                <a:effectLst>
                  <a:outerShdw blurRad="38100" dist="38100" dir="2700000" algn="tl">
                    <a:srgbClr val="000000"/>
                  </a:outerShdw>
                </a:effectLst>
              </a:rPr>
            </a:br>
            <a:r>
              <a:rPr lang="en-US" sz="1400">
                <a:effectLst>
                  <a:outerShdw blurRad="38100" dist="38100" dir="2700000" algn="tl">
                    <a:srgbClr val="000000"/>
                  </a:outerShdw>
                </a:effectLst>
              </a:rPr>
              <a:t>long-acting cholinesterase inhibitor  which enhances the effect acetylcholine in iris, ciliary muscle.It  causes miosis, increase in facility of outflow of aqueous humor, and fall in intraocular pressure</a:t>
            </a:r>
          </a:p>
          <a:p>
            <a:pPr marL="533400" indent="-533400" eaLnBrk="1" hangingPunct="1">
              <a:lnSpc>
                <a:spcPct val="80000"/>
              </a:lnSpc>
              <a:buFont typeface="Wingdings" panose="05000000000000000000" pitchFamily="2" charset="2"/>
              <a:buNone/>
              <a:defRPr/>
            </a:pPr>
            <a:endParaRPr lang="en-US" sz="10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000">
                <a:effectLst>
                  <a:outerShdw blurRad="38100" dist="38100" dir="2700000" algn="tl">
                    <a:srgbClr val="000000"/>
                  </a:outerShdw>
                </a:effectLst>
              </a:rPr>
              <a:t> </a:t>
            </a:r>
          </a:p>
        </p:txBody>
      </p:sp>
      <p:sp>
        <p:nvSpPr>
          <p:cNvPr id="44036" name="Rectangle 4"/>
          <p:cNvSpPr>
            <a:spLocks noGrp="1" noRot="1" noChangeArrowheads="1"/>
          </p:cNvSpPr>
          <p:nvPr>
            <p:ph type="body" sz="half" idx="4294967295"/>
          </p:nvPr>
        </p:nvSpPr>
        <p:spPr>
          <a:xfrm>
            <a:off x="4651375" y="1676400"/>
            <a:ext cx="4191000" cy="4422775"/>
          </a:xfrm>
        </p:spPr>
        <p:txBody>
          <a:bodyPr/>
          <a:lstStyle/>
          <a:p>
            <a:pPr marL="381000" indent="-381000" eaLnBrk="1" hangingPunct="1">
              <a:lnSpc>
                <a:spcPct val="80000"/>
              </a:lnSpc>
              <a:defRPr/>
            </a:pPr>
            <a:r>
              <a:rPr lang="en-US" sz="1400" b="1">
                <a:effectLst>
                  <a:outerShdw blurRad="38100" dist="38100" dir="2700000" algn="tl">
                    <a:srgbClr val="000000"/>
                  </a:outerShdw>
                </a:effectLst>
              </a:rPr>
              <a:t>Side effects:</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pain inside the eye first few days </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Blurred vision </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extreme nearsightedness (younger age)</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reduce pupil size and prevent normal dilation, dim vision, especially at night or in dark rooms</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Stuffy nose, sweating, increased salivation</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occasional gastrointestinal (stronger miotics)</a:t>
            </a:r>
          </a:p>
        </p:txBody>
      </p:sp>
      <p:pic>
        <p:nvPicPr>
          <p:cNvPr id="34821" name="Picture 5" descr="APRD00382_ZO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5410200"/>
            <a:ext cx="2133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6" descr="APRD00845_ZOO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5715000"/>
            <a:ext cx="1905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3" name="Picture 7" descr="APRD00942_ZOO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6400" y="5334000"/>
            <a:ext cx="3505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28600"/>
            <a:ext cx="6464300" cy="645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normAutofit fontScale="90000"/>
          </a:bodyPr>
          <a:lstStyle/>
          <a:p>
            <a:pPr eaLnBrk="1" fontAlgn="auto" hangingPunct="1">
              <a:spcAft>
                <a:spcPts val="0"/>
              </a:spcAft>
              <a:defRPr/>
            </a:pPr>
            <a:r>
              <a:rPr lang="en-US"/>
              <a:t>Energy Changes Associated with Changes of State</a:t>
            </a:r>
          </a:p>
        </p:txBody>
      </p:sp>
      <p:sp>
        <p:nvSpPr>
          <p:cNvPr id="2052" name="Rectangle 4"/>
          <p:cNvSpPr>
            <a:spLocks noGrp="1" noChangeArrowheads="1"/>
          </p:cNvSpPr>
          <p:nvPr>
            <p:ph type="body" sz="half" idx="2"/>
          </p:nvPr>
        </p:nvSpPr>
        <p:spPr>
          <a:xfrm>
            <a:off x="4419600" y="1600200"/>
            <a:ext cx="4495800" cy="4572000"/>
          </a:xfrm>
        </p:spPr>
        <p:txBody>
          <a:bodyPr/>
          <a:lstStyle/>
          <a:p>
            <a:pPr eaLnBrk="1" hangingPunct="1">
              <a:defRPr/>
            </a:pPr>
            <a:r>
              <a:rPr lang="en-US" sz="2800" smtClean="0"/>
              <a:t>The heat added to the system at the melting and boiling points goes into pulling the molecules farther apart from each other.</a:t>
            </a:r>
          </a:p>
          <a:p>
            <a:pPr eaLnBrk="1" hangingPunct="1">
              <a:defRPr/>
            </a:pPr>
            <a:r>
              <a:rPr lang="en-US" sz="2800" smtClean="0"/>
              <a:t>The temperature of the substance does not rise during a phase change.</a:t>
            </a:r>
          </a:p>
        </p:txBody>
      </p:sp>
      <p:sp>
        <p:nvSpPr>
          <p:cNvPr id="6" name="Footer Placeholder 6"/>
          <p:cNvSpPr>
            <a:spLocks noGrp="1"/>
          </p:cNvSpPr>
          <p:nvPr>
            <p:ph type="ftr" sz="quarter" idx="12"/>
          </p:nvPr>
        </p:nvSpPr>
        <p:spPr/>
        <p:txBody>
          <a:bodyPr/>
          <a:lstStyle/>
          <a:p>
            <a:pPr>
              <a:defRPr/>
            </a:pPr>
            <a:r>
              <a:rPr lang="en-US"/>
              <a:t>© 2009, Prentice-Hall, Inc.</a:t>
            </a:r>
          </a:p>
        </p:txBody>
      </p:sp>
    </p:spTree>
    <p:controls>
      <mc:AlternateContent xmlns:mc="http://schemas.openxmlformats.org/markup-compatibility/2006">
        <mc:Choice xmlns:v="urn:schemas-microsoft-com:vml" Requires="v">
          <p:control spid="1030" r:id="rId2" imgW="4191120" imgH="2819520"/>
        </mc:Choice>
        <mc:Fallback>
          <p:control r:id="rId2" imgW="4191120" imgH="2819520">
            <p:pic>
              <p:nvPicPr>
                <p:cNvPr id="1026" name="ShockwaveFlash1"/>
                <p:cNvPicPr preferRelativeResize="0">
                  <a:picLocks noChangeArrowheads="1" noChangeShapeType="1"/>
                </p:cNvPicPr>
                <p:nvPr/>
              </p:nvPicPr>
              <p:blipFill>
                <a:blip r:embed="rId5">
                  <a:extLst>
                    <a:ext uri="{28A0092B-C50C-407E-A947-70E740481C1C}">
                      <a14:useLocalDpi xmlns:a14="http://schemas.microsoft.com/office/drawing/2010/main" val="0"/>
                    </a:ext>
                  </a:extLst>
                </a:blip>
                <a:srcRect/>
                <a:stretch>
                  <a:fillRect/>
                </a:stretch>
              </p:blipFill>
              <p:spPr bwMode="auto">
                <a:xfrm>
                  <a:off x="228600" y="2286000"/>
                  <a:ext cx="4191000" cy="28194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6866" name="Line 2"/>
          <p:cNvSpPr>
            <a:spLocks noChangeShapeType="1"/>
          </p:cNvSpPr>
          <p:nvPr/>
        </p:nvSpPr>
        <p:spPr bwMode="auto">
          <a:xfrm>
            <a:off x="1143000" y="1295400"/>
            <a:ext cx="0" cy="510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67" name="Line 3"/>
          <p:cNvSpPr>
            <a:spLocks noChangeShapeType="1"/>
          </p:cNvSpPr>
          <p:nvPr/>
        </p:nvSpPr>
        <p:spPr bwMode="auto">
          <a:xfrm>
            <a:off x="1143000" y="12954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68" name="Line 4"/>
          <p:cNvSpPr>
            <a:spLocks noChangeShapeType="1"/>
          </p:cNvSpPr>
          <p:nvPr/>
        </p:nvSpPr>
        <p:spPr bwMode="auto">
          <a:xfrm>
            <a:off x="1143000" y="19050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69" name="Line 5"/>
          <p:cNvSpPr>
            <a:spLocks noChangeShapeType="1"/>
          </p:cNvSpPr>
          <p:nvPr/>
        </p:nvSpPr>
        <p:spPr bwMode="auto">
          <a:xfrm>
            <a:off x="1143000" y="25146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0" name="Line 6"/>
          <p:cNvSpPr>
            <a:spLocks noChangeShapeType="1"/>
          </p:cNvSpPr>
          <p:nvPr/>
        </p:nvSpPr>
        <p:spPr bwMode="auto">
          <a:xfrm>
            <a:off x="1143000" y="31242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1" name="Line 7"/>
          <p:cNvSpPr>
            <a:spLocks noChangeShapeType="1"/>
          </p:cNvSpPr>
          <p:nvPr/>
        </p:nvSpPr>
        <p:spPr bwMode="auto">
          <a:xfrm>
            <a:off x="1143000" y="37338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2" name="Line 8"/>
          <p:cNvSpPr>
            <a:spLocks noChangeShapeType="1"/>
          </p:cNvSpPr>
          <p:nvPr/>
        </p:nvSpPr>
        <p:spPr bwMode="auto">
          <a:xfrm>
            <a:off x="1143000" y="43434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3" name="Line 9"/>
          <p:cNvSpPr>
            <a:spLocks noChangeShapeType="1"/>
          </p:cNvSpPr>
          <p:nvPr/>
        </p:nvSpPr>
        <p:spPr bwMode="auto">
          <a:xfrm>
            <a:off x="1143000" y="49530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4" name="Text Box 10"/>
          <p:cNvSpPr txBox="1">
            <a:spLocks noChangeArrowheads="1"/>
          </p:cNvSpPr>
          <p:nvPr/>
        </p:nvSpPr>
        <p:spPr bwMode="auto">
          <a:xfrm>
            <a:off x="1143000" y="8382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Outgroup Monotremata</a:t>
            </a:r>
          </a:p>
        </p:txBody>
      </p:sp>
      <p:sp>
        <p:nvSpPr>
          <p:cNvPr id="36875" name="Line 11"/>
          <p:cNvSpPr>
            <a:spLocks noChangeShapeType="1"/>
          </p:cNvSpPr>
          <p:nvPr/>
        </p:nvSpPr>
        <p:spPr bwMode="auto">
          <a:xfrm>
            <a:off x="990600" y="16002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6" name="Line 12"/>
          <p:cNvSpPr>
            <a:spLocks noChangeShapeType="1"/>
          </p:cNvSpPr>
          <p:nvPr/>
        </p:nvSpPr>
        <p:spPr bwMode="auto">
          <a:xfrm>
            <a:off x="990600" y="22098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7" name="Line 13"/>
          <p:cNvSpPr>
            <a:spLocks noChangeShapeType="1"/>
          </p:cNvSpPr>
          <p:nvPr/>
        </p:nvSpPr>
        <p:spPr bwMode="auto">
          <a:xfrm>
            <a:off x="990600" y="28194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8" name="Line 14"/>
          <p:cNvSpPr>
            <a:spLocks noChangeShapeType="1"/>
          </p:cNvSpPr>
          <p:nvPr/>
        </p:nvSpPr>
        <p:spPr bwMode="auto">
          <a:xfrm>
            <a:off x="990600" y="40386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9" name="Line 15"/>
          <p:cNvSpPr>
            <a:spLocks noChangeShapeType="1"/>
          </p:cNvSpPr>
          <p:nvPr/>
        </p:nvSpPr>
        <p:spPr bwMode="auto">
          <a:xfrm>
            <a:off x="990600" y="52578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80" name="Line 16"/>
          <p:cNvSpPr>
            <a:spLocks noChangeShapeType="1"/>
          </p:cNvSpPr>
          <p:nvPr/>
        </p:nvSpPr>
        <p:spPr bwMode="auto">
          <a:xfrm>
            <a:off x="1447800" y="2971800"/>
            <a:ext cx="0" cy="304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81" name="Line 17"/>
          <p:cNvSpPr>
            <a:spLocks noChangeShapeType="1"/>
          </p:cNvSpPr>
          <p:nvPr/>
        </p:nvSpPr>
        <p:spPr bwMode="auto">
          <a:xfrm>
            <a:off x="1447800" y="4800600"/>
            <a:ext cx="0" cy="304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82" name="Text Box 18"/>
          <p:cNvSpPr txBox="1">
            <a:spLocks noChangeArrowheads="1"/>
          </p:cNvSpPr>
          <p:nvPr/>
        </p:nvSpPr>
        <p:spPr bwMode="auto">
          <a:xfrm>
            <a:off x="1524000" y="44196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Notorcytemorphia</a:t>
            </a:r>
          </a:p>
        </p:txBody>
      </p:sp>
      <p:sp>
        <p:nvSpPr>
          <p:cNvPr id="36883" name="Text Box 19"/>
          <p:cNvSpPr txBox="1">
            <a:spLocks noChangeArrowheads="1"/>
          </p:cNvSpPr>
          <p:nvPr/>
        </p:nvSpPr>
        <p:spPr bwMode="auto">
          <a:xfrm>
            <a:off x="1447800" y="38100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Peramelemorphia</a:t>
            </a:r>
          </a:p>
        </p:txBody>
      </p:sp>
      <p:sp>
        <p:nvSpPr>
          <p:cNvPr id="36884" name="Text Box 20"/>
          <p:cNvSpPr txBox="1">
            <a:spLocks noChangeArrowheads="1"/>
          </p:cNvSpPr>
          <p:nvPr/>
        </p:nvSpPr>
        <p:spPr bwMode="auto">
          <a:xfrm>
            <a:off x="1447800" y="32004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Dasyuromorphia</a:t>
            </a:r>
          </a:p>
        </p:txBody>
      </p:sp>
      <p:sp>
        <p:nvSpPr>
          <p:cNvPr id="36885" name="Text Box 21"/>
          <p:cNvSpPr txBox="1">
            <a:spLocks noChangeArrowheads="1"/>
          </p:cNvSpPr>
          <p:nvPr/>
        </p:nvSpPr>
        <p:spPr bwMode="auto">
          <a:xfrm>
            <a:off x="1447800" y="25908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Microbiotheria</a:t>
            </a:r>
          </a:p>
        </p:txBody>
      </p:sp>
      <p:sp>
        <p:nvSpPr>
          <p:cNvPr id="36886" name="Text Box 22"/>
          <p:cNvSpPr txBox="1">
            <a:spLocks noChangeArrowheads="1"/>
          </p:cNvSpPr>
          <p:nvPr/>
        </p:nvSpPr>
        <p:spPr bwMode="auto">
          <a:xfrm>
            <a:off x="1447800" y="19812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Paucituberculata</a:t>
            </a:r>
          </a:p>
        </p:txBody>
      </p:sp>
      <p:sp>
        <p:nvSpPr>
          <p:cNvPr id="36887" name="Text Box 23"/>
          <p:cNvSpPr txBox="1">
            <a:spLocks noChangeArrowheads="1"/>
          </p:cNvSpPr>
          <p:nvPr/>
        </p:nvSpPr>
        <p:spPr bwMode="auto">
          <a:xfrm>
            <a:off x="1447800" y="13716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Didelphimorphia</a:t>
            </a:r>
          </a:p>
        </p:txBody>
      </p:sp>
      <p:sp>
        <p:nvSpPr>
          <p:cNvPr id="36888" name="Text Box 24"/>
          <p:cNvSpPr txBox="1">
            <a:spLocks noChangeArrowheads="1"/>
          </p:cNvSpPr>
          <p:nvPr/>
        </p:nvSpPr>
        <p:spPr bwMode="auto">
          <a:xfrm>
            <a:off x="1143000" y="57912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Diprotodontia</a:t>
            </a:r>
          </a:p>
        </p:txBody>
      </p:sp>
    </p:spTree>
  </p:cSld>
  <p:clrMapOvr>
    <a:masterClrMapping/>
  </p:clrMapOvr>
  <p:transition>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85800" y="6350"/>
            <a:ext cx="7772400" cy="4108450"/>
          </a:xfrm>
        </p:spPr>
        <p:txBody>
          <a:bodyPr/>
          <a:lstStyle/>
          <a:p>
            <a:pPr marL="838200" indent="-838200" eaLnBrk="1" hangingPunct="1"/>
            <a:r>
              <a:rPr lang="en-US" altLang="en-US" sz="2400" smtClean="0"/>
              <a:t>The strands are held in position, binding easily to DNA polymerase, which catalyzes the elongation of the leading and lagging strands. </a:t>
            </a:r>
            <a:br>
              <a:rPr lang="en-US" altLang="en-US" sz="2400" smtClean="0"/>
            </a:br>
            <a:r>
              <a:rPr lang="en-US" altLang="en-US" sz="2400" smtClean="0"/>
              <a:t>While the DNA polymerase on the leading strand can operate in a continuous fashion, RNA primer is needed repeatedly on the lagging strand to facilitate synthesis of Okazaki fragments. </a:t>
            </a:r>
            <a:br>
              <a:rPr lang="en-US" altLang="en-US" sz="2400" smtClean="0"/>
            </a:br>
            <a:endParaRPr lang="en-US" altLang="en-US" sz="2400" smtClean="0"/>
          </a:p>
        </p:txBody>
      </p:sp>
    </p:spTree>
  </p:cSld>
  <p:clrMapOvr>
    <a:masterClrMapping/>
  </p:clrMapOvr>
  <p:transition>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en-US" smtClean="0"/>
              <a:t>Hydrophobic and Hydrophilic</a:t>
            </a:r>
          </a:p>
        </p:txBody>
      </p:sp>
      <p:sp>
        <p:nvSpPr>
          <p:cNvPr id="38915" name="Rectangle 3"/>
          <p:cNvSpPr>
            <a:spLocks noGrp="1" noChangeArrowheads="1"/>
          </p:cNvSpPr>
          <p:nvPr>
            <p:ph type="body" idx="1"/>
          </p:nvPr>
        </p:nvSpPr>
        <p:spPr/>
        <p:txBody>
          <a:bodyPr/>
          <a:lstStyle/>
          <a:p>
            <a:pPr eaLnBrk="1" hangingPunct="1"/>
            <a:r>
              <a:rPr lang="en-US" altLang="en-US" smtClean="0">
                <a:solidFill>
                  <a:schemeClr val="folHlink"/>
                </a:solidFill>
              </a:rPr>
              <a:t>Hydrophilic-- water loving or a molecule that is capable of forming a hydrogen bond with water.</a:t>
            </a:r>
          </a:p>
          <a:p>
            <a:pPr eaLnBrk="1" hangingPunct="1"/>
            <a:r>
              <a:rPr lang="en-US" altLang="en-US" smtClean="0">
                <a:solidFill>
                  <a:schemeClr val="folHlink"/>
                </a:solidFill>
              </a:rPr>
              <a:t>Hydrophobic-- water hating or a molecule that repels water. </a:t>
            </a:r>
          </a:p>
          <a:p>
            <a:pPr eaLnBrk="1" hangingPunct="1"/>
            <a:r>
              <a:rPr lang="en-US" altLang="en-US" smtClean="0">
                <a:solidFill>
                  <a:schemeClr val="folHlink"/>
                </a:solidFill>
              </a:rPr>
              <a:t>Important function in cell’s membrane structure. </a:t>
            </a:r>
          </a:p>
        </p:txBody>
      </p:sp>
    </p:spTree>
  </p:cSld>
  <p:clrMapOvr>
    <a:masterClrMapping/>
  </p:clrMapOvr>
  <p:transition>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676400" y="457200"/>
            <a:ext cx="7467600" cy="1295400"/>
          </a:xfrm>
        </p:spPr>
        <p:txBody>
          <a:bodyPr/>
          <a:lstStyle/>
          <a:p>
            <a:pPr eaLnBrk="1" hangingPunct="1">
              <a:defRPr/>
            </a:pPr>
            <a:r>
              <a:rPr lang="en-US" smtClean="0"/>
              <a:t>Hydrophobic versus Hydrophilic </a:t>
            </a:r>
          </a:p>
        </p:txBody>
      </p:sp>
      <p:pic>
        <p:nvPicPr>
          <p:cNvPr id="39939" name="Picture 5" descr="hydro"/>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104900" y="2286000"/>
            <a:ext cx="3162300" cy="318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0" name="Picture 7" descr="hydrophili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2743200"/>
            <a:ext cx="270510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Rectangle 8"/>
          <p:cNvSpPr>
            <a:spLocks noChangeArrowheads="1"/>
          </p:cNvSpPr>
          <p:nvPr/>
        </p:nvSpPr>
        <p:spPr bwMode="auto">
          <a:xfrm>
            <a:off x="5105400" y="4572000"/>
            <a:ext cx="3568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http://www.uic.edu/classes/bios/bios100/lecturesf04am/lect02.htm</a:t>
            </a:r>
          </a:p>
        </p:txBody>
      </p:sp>
      <p:sp>
        <p:nvSpPr>
          <p:cNvPr id="39942" name="Rectangle 9"/>
          <p:cNvSpPr>
            <a:spLocks noChangeArrowheads="1"/>
          </p:cNvSpPr>
          <p:nvPr/>
        </p:nvSpPr>
        <p:spPr bwMode="auto">
          <a:xfrm>
            <a:off x="971550" y="5486400"/>
            <a:ext cx="35242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http://academic.brooklyn.cuny.edu/biology/bio4fv/page/hydro.gif</a:t>
            </a:r>
          </a:p>
        </p:txBody>
      </p:sp>
    </p:spTree>
  </p:cSld>
  <p:clrMapOvr>
    <a:masterClrMapping/>
  </p:clrMapOvr>
  <p:transition>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3">
            <a:clrChange>
              <a:clrFrom>
                <a:srgbClr val="000080"/>
              </a:clrFrom>
              <a:clrTo>
                <a:srgbClr val="000080">
                  <a:alpha val="0"/>
                </a:srgbClr>
              </a:clrTo>
            </a:clrChange>
            <a:extLst>
              <a:ext uri="{28A0092B-C50C-407E-A947-70E740481C1C}">
                <a14:useLocalDpi xmlns:a14="http://schemas.microsoft.com/office/drawing/2010/main" val="0"/>
              </a:ext>
            </a:extLst>
          </a:blip>
          <a:srcRect/>
          <a:stretch>
            <a:fillRect/>
          </a:stretch>
        </p:blipFill>
        <p:spPr bwMode="auto">
          <a:xfrm>
            <a:off x="1524000" y="914400"/>
            <a:ext cx="5943600" cy="591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325635" name="Rectangle 3"/>
          <p:cNvSpPr>
            <a:spLocks noGrp="1" noChangeArrowheads="1"/>
          </p:cNvSpPr>
          <p:nvPr>
            <p:ph type="title"/>
          </p:nvPr>
        </p:nvSpPr>
        <p:spPr>
          <a:xfrm>
            <a:off x="0" y="76200"/>
            <a:ext cx="9144000" cy="1143000"/>
          </a:xfrm>
        </p:spPr>
        <p:txBody>
          <a:bodyPr/>
          <a:lstStyle/>
          <a:p>
            <a:pPr eaLnBrk="1" hangingPunct="1">
              <a:defRPr/>
            </a:pPr>
            <a:r>
              <a:rPr lang="en-US" smtClean="0">
                <a:effectLst>
                  <a:outerShdw blurRad="38100" dist="38100" dir="2700000" algn="tl">
                    <a:srgbClr val="010199"/>
                  </a:outerShdw>
                </a:effectLst>
              </a:rPr>
              <a:t>DFA – Results</a:t>
            </a:r>
          </a:p>
        </p:txBody>
      </p:sp>
    </p:spTree>
  </p:cSld>
  <p:clrMapOvr>
    <a:masterClrMapping/>
  </p:clrMapOvr>
  <p:transition>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bg>
      <p:bgPr>
        <a:solidFill>
          <a:srgbClr val="000000"/>
        </a:solidFill>
        <a:effectLst/>
      </p:bgPr>
    </p:bg>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a:xfrm>
            <a:off x="0" y="228600"/>
            <a:ext cx="9144000" cy="1143000"/>
          </a:xfrm>
        </p:spPr>
        <p:txBody>
          <a:bodyPr/>
          <a:lstStyle/>
          <a:p>
            <a:pPr eaLnBrk="1" hangingPunct="1">
              <a:defRPr/>
            </a:pPr>
            <a:r>
              <a:rPr lang="en-US" sz="3600" smtClean="0">
                <a:effectLst>
                  <a:outerShdw blurRad="38100" dist="38100" dir="2700000" algn="tl">
                    <a:srgbClr val="010199"/>
                  </a:outerShdw>
                </a:effectLst>
              </a:rPr>
              <a:t>How Do Neural Networks Compute?</a:t>
            </a:r>
          </a:p>
        </p:txBody>
      </p:sp>
      <p:sp>
        <p:nvSpPr>
          <p:cNvPr id="328707" name="Rectangle 3"/>
          <p:cNvSpPr>
            <a:spLocks noGrp="1" noChangeArrowheads="1"/>
          </p:cNvSpPr>
          <p:nvPr>
            <p:ph idx="1"/>
          </p:nvPr>
        </p:nvSpPr>
        <p:spPr>
          <a:xfrm>
            <a:off x="677863" y="1447800"/>
            <a:ext cx="7772400" cy="2971800"/>
          </a:xfrm>
        </p:spPr>
        <p:txBody>
          <a:bodyPr/>
          <a:lstStyle/>
          <a:p>
            <a:pPr eaLnBrk="1" hangingPunct="1">
              <a:defRPr/>
            </a:pPr>
            <a:r>
              <a:rPr lang="en-US" sz="3000" smtClean="0">
                <a:effectLst>
                  <a:outerShdw blurRad="38100" dist="38100" dir="2700000" algn="tl">
                    <a:srgbClr val="010199"/>
                  </a:outerShdw>
                </a:effectLst>
              </a:rPr>
              <a:t>Activation = the final value of a particular unit.</a:t>
            </a:r>
          </a:p>
          <a:p>
            <a:pPr eaLnBrk="1" hangingPunct="1">
              <a:defRPr/>
            </a:pPr>
            <a:endParaRPr lang="en-US" sz="3000" smtClean="0">
              <a:effectLst>
                <a:outerShdw blurRad="38100" dist="38100" dir="2700000" algn="tl">
                  <a:srgbClr val="010199"/>
                </a:outerShdw>
              </a:effectLst>
            </a:endParaRPr>
          </a:p>
          <a:p>
            <a:pPr eaLnBrk="1" hangingPunct="1">
              <a:defRPr/>
            </a:pPr>
            <a:r>
              <a:rPr lang="en-US" sz="3000" smtClean="0">
                <a:effectLst>
                  <a:outerShdw blurRad="38100" dist="38100" dir="2700000" algn="tl">
                    <a:srgbClr val="010199"/>
                  </a:outerShdw>
                </a:effectLst>
              </a:rPr>
              <a:t>Calculated by adding inputs and bias</a:t>
            </a:r>
          </a:p>
          <a:p>
            <a:pPr eaLnBrk="1" hangingPunct="1">
              <a:defRPr/>
            </a:pPr>
            <a:endParaRPr lang="en-US" sz="3000" smtClean="0">
              <a:effectLst>
                <a:outerShdw blurRad="38100" dist="38100" dir="2700000" algn="tl">
                  <a:srgbClr val="010199"/>
                </a:outerShdw>
              </a:effectLst>
            </a:endParaRPr>
          </a:p>
          <a:p>
            <a:pPr eaLnBrk="1" hangingPunct="1">
              <a:defRPr/>
            </a:pPr>
            <a:r>
              <a:rPr lang="en-US" sz="3000" smtClean="0">
                <a:effectLst>
                  <a:outerShdw blurRad="38100" dist="38100" dir="2700000" algn="tl">
                    <a:srgbClr val="010199"/>
                  </a:outerShdw>
                </a:effectLst>
              </a:rPr>
              <a:t>Activation function</a:t>
            </a:r>
          </a:p>
        </p:txBody>
      </p:sp>
      <p:grpSp>
        <p:nvGrpSpPr>
          <p:cNvPr id="41988" name="Group 4"/>
          <p:cNvGrpSpPr>
            <a:grpSpLocks/>
          </p:cNvGrpSpPr>
          <p:nvPr/>
        </p:nvGrpSpPr>
        <p:grpSpPr bwMode="auto">
          <a:xfrm>
            <a:off x="739775" y="4572000"/>
            <a:ext cx="8023225" cy="2225675"/>
            <a:chOff x="466" y="2880"/>
            <a:chExt cx="5054" cy="1402"/>
          </a:xfrm>
        </p:grpSpPr>
        <p:sp>
          <p:nvSpPr>
            <p:cNvPr id="41989" name="Text Box 5"/>
            <p:cNvSpPr txBox="1">
              <a:spLocks noChangeArrowheads="1"/>
            </p:cNvSpPr>
            <p:nvPr/>
          </p:nvSpPr>
          <p:spPr bwMode="auto">
            <a:xfrm>
              <a:off x="1579" y="2880"/>
              <a:ext cx="48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Bias</a:t>
              </a:r>
            </a:p>
          </p:txBody>
        </p:sp>
        <p:grpSp>
          <p:nvGrpSpPr>
            <p:cNvPr id="41990" name="Group 6"/>
            <p:cNvGrpSpPr>
              <a:grpSpLocks/>
            </p:cNvGrpSpPr>
            <p:nvPr/>
          </p:nvGrpSpPr>
          <p:grpSpPr bwMode="auto">
            <a:xfrm>
              <a:off x="466" y="2942"/>
              <a:ext cx="5054" cy="1340"/>
              <a:chOff x="466" y="2942"/>
              <a:chExt cx="5054" cy="1340"/>
            </a:xfrm>
          </p:grpSpPr>
          <p:sp>
            <p:nvSpPr>
              <p:cNvPr id="41991" name="Text Box 7"/>
              <p:cNvSpPr txBox="1">
                <a:spLocks noChangeArrowheads="1"/>
              </p:cNvSpPr>
              <p:nvPr/>
            </p:nvSpPr>
            <p:spPr bwMode="auto">
              <a:xfrm>
                <a:off x="2736" y="2985"/>
                <a:ext cx="27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1800"/>
              </a:p>
            </p:txBody>
          </p:sp>
          <p:sp>
            <p:nvSpPr>
              <p:cNvPr id="41992" name="Text Box 8"/>
              <p:cNvSpPr txBox="1">
                <a:spLocks noChangeArrowheads="1"/>
              </p:cNvSpPr>
              <p:nvPr/>
            </p:nvSpPr>
            <p:spPr bwMode="auto">
              <a:xfrm>
                <a:off x="2731" y="3840"/>
                <a:ext cx="132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Activation Function</a:t>
                </a:r>
              </a:p>
            </p:txBody>
          </p:sp>
          <p:sp>
            <p:nvSpPr>
              <p:cNvPr id="41993" name="Rectangle 9"/>
              <p:cNvSpPr>
                <a:spLocks noChangeArrowheads="1"/>
              </p:cNvSpPr>
              <p:nvPr/>
            </p:nvSpPr>
            <p:spPr bwMode="auto">
              <a:xfrm>
                <a:off x="1664" y="3312"/>
                <a:ext cx="299" cy="384"/>
              </a:xfrm>
              <a:prstGeom prst="rect">
                <a:avLst/>
              </a:prstGeom>
              <a:solidFill>
                <a:schemeClr val="folHlink"/>
              </a:solidFill>
              <a:ln w="12700">
                <a:solidFill>
                  <a:schemeClr val="accent2"/>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1994" name="Oval 10"/>
              <p:cNvSpPr>
                <a:spLocks noChangeArrowheads="1"/>
              </p:cNvSpPr>
              <p:nvPr/>
            </p:nvSpPr>
            <p:spPr bwMode="auto">
              <a:xfrm>
                <a:off x="2939" y="3168"/>
                <a:ext cx="816" cy="720"/>
              </a:xfrm>
              <a:prstGeom prst="ellipse">
                <a:avLst/>
              </a:prstGeom>
              <a:solidFill>
                <a:schemeClr val="bg2"/>
              </a:solidFill>
              <a:ln w="12700">
                <a:solidFill>
                  <a:schemeClr val="accent2"/>
                </a:solidFill>
                <a:round/>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solidFill>
                    <a:schemeClr val="folHlink"/>
                  </a:solidFill>
                </a:endParaRPr>
              </a:p>
            </p:txBody>
          </p:sp>
          <p:sp>
            <p:nvSpPr>
              <p:cNvPr id="41995" name="Line 11"/>
              <p:cNvSpPr>
                <a:spLocks noChangeShapeType="1"/>
              </p:cNvSpPr>
              <p:nvPr/>
            </p:nvSpPr>
            <p:spPr bwMode="auto">
              <a:xfrm>
                <a:off x="768" y="3072"/>
                <a:ext cx="896" cy="288"/>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sp>
            <p:nvSpPr>
              <p:cNvPr id="41996" name="Line 12"/>
              <p:cNvSpPr>
                <a:spLocks noChangeShapeType="1"/>
              </p:cNvSpPr>
              <p:nvPr/>
            </p:nvSpPr>
            <p:spPr bwMode="auto">
              <a:xfrm flipV="1">
                <a:off x="768" y="3504"/>
                <a:ext cx="896" cy="0"/>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sp>
            <p:nvSpPr>
              <p:cNvPr id="41997" name="Line 13"/>
              <p:cNvSpPr>
                <a:spLocks noChangeShapeType="1"/>
              </p:cNvSpPr>
              <p:nvPr/>
            </p:nvSpPr>
            <p:spPr bwMode="auto">
              <a:xfrm flipV="1">
                <a:off x="768" y="3648"/>
                <a:ext cx="896" cy="192"/>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sp>
            <p:nvSpPr>
              <p:cNvPr id="41998" name="Text Box 14"/>
              <p:cNvSpPr txBox="1">
                <a:spLocks noChangeArrowheads="1"/>
              </p:cNvSpPr>
              <p:nvPr/>
            </p:nvSpPr>
            <p:spPr bwMode="auto">
              <a:xfrm>
                <a:off x="4608" y="3312"/>
                <a:ext cx="864" cy="450"/>
              </a:xfrm>
              <a:prstGeom prst="rect">
                <a:avLst/>
              </a:prstGeom>
              <a:noFill/>
              <a:ln w="127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pPr>
                <a:r>
                  <a:rPr lang="en-US" altLang="en-US" sz="2000"/>
                  <a:t>Final Activation</a:t>
                </a:r>
                <a:endParaRPr lang="en-US" altLang="en-US"/>
              </a:p>
            </p:txBody>
          </p:sp>
          <p:sp>
            <p:nvSpPr>
              <p:cNvPr id="41999" name="Text Box 15"/>
              <p:cNvSpPr txBox="1">
                <a:spLocks noChangeArrowheads="1"/>
              </p:cNvSpPr>
              <p:nvPr/>
            </p:nvSpPr>
            <p:spPr bwMode="auto">
              <a:xfrm>
                <a:off x="1664" y="3312"/>
                <a:ext cx="33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3600" b="1">
                    <a:solidFill>
                      <a:schemeClr val="hlink"/>
                    </a:solidFill>
                    <a:latin typeface="Symbol" panose="05050102010706020507" pitchFamily="18" charset="2"/>
                  </a:rPr>
                  <a:t>S</a:t>
                </a:r>
                <a:endParaRPr lang="en-US" altLang="en-US" sz="3200">
                  <a:latin typeface="Symbol" panose="05050102010706020507" pitchFamily="18" charset="2"/>
                </a:endParaRPr>
              </a:p>
            </p:txBody>
          </p:sp>
          <p:sp>
            <p:nvSpPr>
              <p:cNvPr id="42000" name="AutoShape 16"/>
              <p:cNvSpPr>
                <a:spLocks noChangeArrowheads="1"/>
              </p:cNvSpPr>
              <p:nvPr/>
            </p:nvSpPr>
            <p:spPr bwMode="auto">
              <a:xfrm>
                <a:off x="2005" y="3408"/>
                <a:ext cx="886" cy="240"/>
              </a:xfrm>
              <a:prstGeom prst="rightArrow">
                <a:avLst>
                  <a:gd name="adj1" fmla="val 50000"/>
                  <a:gd name="adj2" fmla="val 92292"/>
                </a:avLst>
              </a:prstGeom>
              <a:solidFill>
                <a:schemeClr val="accent1"/>
              </a:solidFill>
              <a:ln w="12700">
                <a:solidFill>
                  <a:schemeClr val="accent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2001" name="AutoShape 17"/>
              <p:cNvSpPr>
                <a:spLocks noChangeArrowheads="1"/>
              </p:cNvSpPr>
              <p:nvPr/>
            </p:nvSpPr>
            <p:spPr bwMode="auto">
              <a:xfrm>
                <a:off x="3803" y="3408"/>
                <a:ext cx="768" cy="240"/>
              </a:xfrm>
              <a:prstGeom prst="rightArrow">
                <a:avLst>
                  <a:gd name="adj1" fmla="val 50000"/>
                  <a:gd name="adj2" fmla="val 80000"/>
                </a:avLst>
              </a:prstGeom>
              <a:solidFill>
                <a:schemeClr val="accent1"/>
              </a:solidFill>
              <a:ln w="12700">
                <a:solidFill>
                  <a:schemeClr val="accent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2002" name="Text Box 18"/>
              <p:cNvSpPr txBox="1">
                <a:spLocks noChangeArrowheads="1"/>
              </p:cNvSpPr>
              <p:nvPr/>
            </p:nvSpPr>
            <p:spPr bwMode="auto">
              <a:xfrm>
                <a:off x="1493" y="374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Net Input</a:t>
                </a:r>
              </a:p>
            </p:txBody>
          </p:sp>
          <p:sp>
            <p:nvSpPr>
              <p:cNvPr id="42003" name="Text Box 19"/>
              <p:cNvSpPr txBox="1">
                <a:spLocks noChangeArrowheads="1"/>
              </p:cNvSpPr>
              <p:nvPr/>
            </p:nvSpPr>
            <p:spPr bwMode="auto">
              <a:xfrm>
                <a:off x="477" y="2942"/>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W1</a:t>
                </a:r>
                <a:endParaRPr lang="en-US" altLang="en-US"/>
              </a:p>
            </p:txBody>
          </p:sp>
          <p:sp>
            <p:nvSpPr>
              <p:cNvPr id="42004" name="Text Box 20"/>
              <p:cNvSpPr txBox="1">
                <a:spLocks noChangeArrowheads="1"/>
              </p:cNvSpPr>
              <p:nvPr/>
            </p:nvSpPr>
            <p:spPr bwMode="auto">
              <a:xfrm>
                <a:off x="466" y="3374"/>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W2</a:t>
                </a:r>
                <a:endParaRPr lang="en-US" altLang="en-US"/>
              </a:p>
            </p:txBody>
          </p:sp>
          <p:sp>
            <p:nvSpPr>
              <p:cNvPr id="42005" name="Text Box 21"/>
              <p:cNvSpPr txBox="1">
                <a:spLocks noChangeArrowheads="1"/>
              </p:cNvSpPr>
              <p:nvPr/>
            </p:nvSpPr>
            <p:spPr bwMode="auto">
              <a:xfrm>
                <a:off x="470" y="3730"/>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W3</a:t>
                </a:r>
                <a:endParaRPr lang="en-US" altLang="en-US"/>
              </a:p>
            </p:txBody>
          </p:sp>
          <p:pic>
            <p:nvPicPr>
              <p:cNvPr id="42006" name="Picture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3" y="3264"/>
                <a:ext cx="528"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42007" name="Line 23"/>
              <p:cNvSpPr>
                <a:spLocks noChangeShapeType="1"/>
              </p:cNvSpPr>
              <p:nvPr/>
            </p:nvSpPr>
            <p:spPr bwMode="auto">
              <a:xfrm>
                <a:off x="1792" y="3072"/>
                <a:ext cx="0" cy="240"/>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8707">
                                            <p:txEl>
                                              <p:pRg st="0" end="0"/>
                                            </p:txEl>
                                          </p:spTgt>
                                        </p:tgtEl>
                                        <p:attrNameLst>
                                          <p:attrName>style.visibility</p:attrName>
                                        </p:attrNameLst>
                                      </p:cBhvr>
                                      <p:to>
                                        <p:strVal val="visible"/>
                                      </p:to>
                                    </p:set>
                                    <p:anim calcmode="lin" valueType="num">
                                      <p:cBhvr additive="base">
                                        <p:cTn id="7" dur="500" fill="hold"/>
                                        <p:tgtEl>
                                          <p:spTgt spid="3287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87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8707">
                                            <p:txEl>
                                              <p:pRg st="2" end="2"/>
                                            </p:txEl>
                                          </p:spTgt>
                                        </p:tgtEl>
                                        <p:attrNameLst>
                                          <p:attrName>style.visibility</p:attrName>
                                        </p:attrNameLst>
                                      </p:cBhvr>
                                      <p:to>
                                        <p:strVal val="visible"/>
                                      </p:to>
                                    </p:set>
                                    <p:anim calcmode="lin" valueType="num">
                                      <p:cBhvr additive="base">
                                        <p:cTn id="13" dur="500" fill="hold"/>
                                        <p:tgtEl>
                                          <p:spTgt spid="328707">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87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8707">
                                            <p:txEl>
                                              <p:pRg st="4" end="4"/>
                                            </p:txEl>
                                          </p:spTgt>
                                        </p:tgtEl>
                                        <p:attrNameLst>
                                          <p:attrName>style.visibility</p:attrName>
                                        </p:attrNameLst>
                                      </p:cBhvr>
                                      <p:to>
                                        <p:strVal val="visible"/>
                                      </p:to>
                                    </p:set>
                                    <p:anim calcmode="lin" valueType="num">
                                      <p:cBhvr additive="base">
                                        <p:cTn id="19" dur="500" fill="hold"/>
                                        <p:tgtEl>
                                          <p:spTgt spid="328707">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2870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7" grpId="0" build="p" autoUpdateAnimBg="0"/>
    </p:bld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Fireworks">
  <a:themeElements>
    <a:clrScheme name="Fireworks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fontScheme name="Fireworks">
      <a:majorFont>
        <a:latin typeface="Arial Black"/>
        <a:ea typeface=""/>
        <a:cs typeface=""/>
      </a:majorFont>
      <a:minorFont>
        <a:latin typeface="Arial Black"/>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ireworks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clrMap bg1="dk2" tx1="lt1" bg2="dk1" tx2="lt2" accent1="accent1" accent2="accent2" accent3="accent3" accent4="accent4" accent5="accent5" accent6="accent6" hlink="hlink" folHlink="folHlink"/>
    </a:extraClrScheme>
    <a:extraClrScheme>
      <a:clrScheme name="Fireworks 2">
        <a:dk1>
          <a:srgbClr val="0000A4"/>
        </a:dk1>
        <a:lt1>
          <a:srgbClr val="CCFFFF"/>
        </a:lt1>
        <a:dk2>
          <a:srgbClr val="000066"/>
        </a:dk2>
        <a:lt2>
          <a:srgbClr val="00FFFF"/>
        </a:lt2>
        <a:accent1>
          <a:srgbClr val="51B2E3"/>
        </a:accent1>
        <a:accent2>
          <a:srgbClr val="04E8AC"/>
        </a:accent2>
        <a:accent3>
          <a:srgbClr val="AAAAB8"/>
        </a:accent3>
        <a:accent4>
          <a:srgbClr val="AEDADA"/>
        </a:accent4>
        <a:accent5>
          <a:srgbClr val="B3D5EF"/>
        </a:accent5>
        <a:accent6>
          <a:srgbClr val="03D29B"/>
        </a:accent6>
        <a:hlink>
          <a:srgbClr val="FF3399"/>
        </a:hlink>
        <a:folHlink>
          <a:srgbClr val="8F5FD5"/>
        </a:folHlink>
      </a:clrScheme>
      <a:clrMap bg1="dk2" tx1="lt1" bg2="dk1" tx2="lt2" accent1="accent1" accent2="accent2" accent3="accent3" accent4="accent4" accent5="accent5" accent6="accent6" hlink="hlink" folHlink="folHlink"/>
    </a:extraClrScheme>
    <a:extraClrScheme>
      <a:clrScheme name="Fireworks 3">
        <a:dk1>
          <a:srgbClr val="9F237F"/>
        </a:dk1>
        <a:lt1>
          <a:srgbClr val="FFCC00"/>
        </a:lt1>
        <a:dk2>
          <a:srgbClr val="000000"/>
        </a:dk2>
        <a:lt2>
          <a:srgbClr val="FFFFFF"/>
        </a:lt2>
        <a:accent1>
          <a:srgbClr val="39A6DD"/>
        </a:accent1>
        <a:accent2>
          <a:srgbClr val="FF03E7"/>
        </a:accent2>
        <a:accent3>
          <a:srgbClr val="AAAAAA"/>
        </a:accent3>
        <a:accent4>
          <a:srgbClr val="DAAE00"/>
        </a:accent4>
        <a:accent5>
          <a:srgbClr val="AED0EB"/>
        </a:accent5>
        <a:accent6>
          <a:srgbClr val="E702D1"/>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Fireworks 4">
        <a:dk1>
          <a:srgbClr val="00603B"/>
        </a:dk1>
        <a:lt1>
          <a:srgbClr val="FFCC00"/>
        </a:lt1>
        <a:dk2>
          <a:srgbClr val="000000"/>
        </a:dk2>
        <a:lt2>
          <a:srgbClr val="FFFFFF"/>
        </a:lt2>
        <a:accent1>
          <a:srgbClr val="39A6DD"/>
        </a:accent1>
        <a:accent2>
          <a:srgbClr val="07FB18"/>
        </a:accent2>
        <a:accent3>
          <a:srgbClr val="AAAAAA"/>
        </a:accent3>
        <a:accent4>
          <a:srgbClr val="DAAE00"/>
        </a:accent4>
        <a:accent5>
          <a:srgbClr val="AED0EB"/>
        </a:accent5>
        <a:accent6>
          <a:srgbClr val="06E315"/>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Fireworks 5">
        <a:dk1>
          <a:srgbClr val="FF6600"/>
        </a:dk1>
        <a:lt1>
          <a:srgbClr val="FFFFFF"/>
        </a:lt1>
        <a:dk2>
          <a:srgbClr val="003366"/>
        </a:dk2>
        <a:lt2>
          <a:srgbClr val="FFFFFF"/>
        </a:lt2>
        <a:accent1>
          <a:srgbClr val="FF99FF"/>
        </a:accent1>
        <a:accent2>
          <a:srgbClr val="FFFF99"/>
        </a:accent2>
        <a:accent3>
          <a:srgbClr val="AAADB8"/>
        </a:accent3>
        <a:accent4>
          <a:srgbClr val="DADADA"/>
        </a:accent4>
        <a:accent5>
          <a:srgbClr val="FFCAFF"/>
        </a:accent5>
        <a:accent6>
          <a:srgbClr val="E7E78A"/>
        </a:accent6>
        <a:hlink>
          <a:srgbClr val="FF3399"/>
        </a:hlink>
        <a:folHlink>
          <a:srgbClr val="FF9966"/>
        </a:folHlink>
      </a:clrScheme>
      <a:clrMap bg1="dk2" tx1="lt1" bg2="dk1" tx2="lt2" accent1="accent1" accent2="accent2" accent3="accent3" accent4="accent4" accent5="accent5" accent6="accent6" hlink="hlink" folHlink="folHlink"/>
    </a:extraClrScheme>
    <a:extraClrScheme>
      <a:clrScheme name="Fireworks 6">
        <a:dk1>
          <a:srgbClr val="000000"/>
        </a:dk1>
        <a:lt1>
          <a:srgbClr val="FFFFFF"/>
        </a:lt1>
        <a:dk2>
          <a:srgbClr val="993366"/>
        </a:dk2>
        <a:lt2>
          <a:srgbClr val="CCFFFF"/>
        </a:lt2>
        <a:accent1>
          <a:srgbClr val="CCECFF"/>
        </a:accent1>
        <a:accent2>
          <a:srgbClr val="FFFF99"/>
        </a:accent2>
        <a:accent3>
          <a:srgbClr val="FFFFFF"/>
        </a:accent3>
        <a:accent4>
          <a:srgbClr val="000000"/>
        </a:accent4>
        <a:accent5>
          <a:srgbClr val="E2F4FF"/>
        </a:accent5>
        <a:accent6>
          <a:srgbClr val="E7E78A"/>
        </a:accent6>
        <a:hlink>
          <a:srgbClr val="FFCCFF"/>
        </a:hlink>
        <a:folHlink>
          <a:srgbClr val="FFCCC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Default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Clouds">
  <a:themeElements>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fontScheme name="Clou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rbit">
  <a:themeElements>
    <a:clrScheme name="Orbit 1">
      <a:dk1>
        <a:srgbClr val="003300"/>
      </a:dk1>
      <a:lt1>
        <a:srgbClr val="FFFFFF"/>
      </a:lt1>
      <a:dk2>
        <a:srgbClr val="003300"/>
      </a:dk2>
      <a:lt2>
        <a:srgbClr val="808080"/>
      </a:lt2>
      <a:accent1>
        <a:srgbClr val="A6BF73"/>
      </a:accent1>
      <a:accent2>
        <a:srgbClr val="FFFFCC"/>
      </a:accent2>
      <a:accent3>
        <a:srgbClr val="FFFFFF"/>
      </a:accent3>
      <a:accent4>
        <a:srgbClr val="002A00"/>
      </a:accent4>
      <a:accent5>
        <a:srgbClr val="D0DCBC"/>
      </a:accent5>
      <a:accent6>
        <a:srgbClr val="E7E7B9"/>
      </a:accent6>
      <a:hlink>
        <a:srgbClr val="70AABF"/>
      </a:hlink>
      <a:folHlink>
        <a:srgbClr val="BF848A"/>
      </a:folHlink>
    </a:clrScheme>
    <a:fontScheme name="Orbit">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bit 1">
        <a:dk1>
          <a:srgbClr val="003300"/>
        </a:dk1>
        <a:lt1>
          <a:srgbClr val="FFFFFF"/>
        </a:lt1>
        <a:dk2>
          <a:srgbClr val="003300"/>
        </a:dk2>
        <a:lt2>
          <a:srgbClr val="808080"/>
        </a:lt2>
        <a:accent1>
          <a:srgbClr val="A6BF73"/>
        </a:accent1>
        <a:accent2>
          <a:srgbClr val="FFFFCC"/>
        </a:accent2>
        <a:accent3>
          <a:srgbClr val="FFFFFF"/>
        </a:accent3>
        <a:accent4>
          <a:srgbClr val="002A00"/>
        </a:accent4>
        <a:accent5>
          <a:srgbClr val="D0DCBC"/>
        </a:accent5>
        <a:accent6>
          <a:srgbClr val="E7E7B9"/>
        </a:accent6>
        <a:hlink>
          <a:srgbClr val="70AABF"/>
        </a:hlink>
        <a:folHlink>
          <a:srgbClr val="BF848A"/>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_Clouds">
  <a:themeElements>
    <a:clrScheme name="1_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fontScheme name="1_Clou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1_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1_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1_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1_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1_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1_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1_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2.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3.xml><?xml version="1.0" encoding="utf-8"?>
<a:themeOverride xmlns:a="http://schemas.openxmlformats.org/drawingml/2006/main">
  <a:clrScheme name="">
    <a:dk1>
      <a:srgbClr val="9900FF"/>
    </a:dk1>
    <a:lt1>
      <a:srgbClr val="FF66FF"/>
    </a:lt1>
    <a:dk2>
      <a:srgbClr val="6600CC"/>
    </a:dk2>
    <a:lt2>
      <a:srgbClr val="808080"/>
    </a:lt2>
    <a:accent1>
      <a:srgbClr val="00CC99"/>
    </a:accent1>
    <a:accent2>
      <a:srgbClr val="3333CC"/>
    </a:accent2>
    <a:accent3>
      <a:srgbClr val="FFB8FF"/>
    </a:accent3>
    <a:accent4>
      <a:srgbClr val="8200DA"/>
    </a:accent4>
    <a:accent5>
      <a:srgbClr val="AAE2CA"/>
    </a:accent5>
    <a:accent6>
      <a:srgbClr val="2D2DB9"/>
    </a:accent6>
    <a:hlink>
      <a:srgbClr val="CCCCFF"/>
    </a:hlink>
    <a:folHlink>
      <a:srgbClr val="B2B2B2"/>
    </a:folHlink>
  </a:clrScheme>
</a:themeOverride>
</file>

<file path=ppt/theme/themeOverride4.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5.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6.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7.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8.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9.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10.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11.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docProps/app.xml><?xml version="1.0" encoding="utf-8"?>
<Properties xmlns="http://schemas.openxmlformats.org/officeDocument/2006/extended-properties" xmlns:vt="http://schemas.openxmlformats.org/officeDocument/2006/docPropsVTypes">
  <Template/>
  <TotalTime>550</TotalTime>
  <Words>1503</Words>
  <Application>Microsoft Office PowerPoint</Application>
  <PresentationFormat>On-screen Show (4:3)</PresentationFormat>
  <Paragraphs>242</Paragraphs>
  <Slides>31</Slides>
  <Notes>29</Notes>
  <HiddenSlides>0</HiddenSlides>
  <MMClips>0</MMClips>
  <ScaleCrop>false</ScaleCrop>
  <HeadingPairs>
    <vt:vector size="6" baseType="variant">
      <vt:variant>
        <vt:lpstr>Fonts Used</vt:lpstr>
      </vt:variant>
      <vt:variant>
        <vt:i4>8</vt:i4>
      </vt:variant>
      <vt:variant>
        <vt:lpstr>Theme</vt:lpstr>
      </vt:variant>
      <vt:variant>
        <vt:i4>7</vt:i4>
      </vt:variant>
      <vt:variant>
        <vt:lpstr>Slide Titles</vt:lpstr>
      </vt:variant>
      <vt:variant>
        <vt:i4>31</vt:i4>
      </vt:variant>
    </vt:vector>
  </HeadingPairs>
  <TitlesOfParts>
    <vt:vector size="46" baseType="lpstr">
      <vt:lpstr>Times New Roman</vt:lpstr>
      <vt:lpstr>Arial</vt:lpstr>
      <vt:lpstr>Arial Black</vt:lpstr>
      <vt:lpstr>Wingdings</vt:lpstr>
      <vt:lpstr>ＭＳ Ｐゴシック</vt:lpstr>
      <vt:lpstr>Book Antiqua</vt:lpstr>
      <vt:lpstr>Wingdings 3</vt:lpstr>
      <vt:lpstr>Symbol</vt:lpstr>
      <vt:lpstr>Default Design</vt:lpstr>
      <vt:lpstr>Fireworks</vt:lpstr>
      <vt:lpstr>1_Default Design</vt:lpstr>
      <vt:lpstr>2_Default Design</vt:lpstr>
      <vt:lpstr>Clouds</vt:lpstr>
      <vt:lpstr>Orbit</vt:lpstr>
      <vt:lpstr>1_Clouds</vt:lpstr>
      <vt:lpstr>Presentation Suggestions</vt:lpstr>
      <vt:lpstr>A Sad Day on Sesame Street </vt:lpstr>
      <vt:lpstr>Example of a Bad Color Scheme</vt:lpstr>
      <vt:lpstr>Another Bad Color Scheme</vt:lpstr>
      <vt:lpstr>Distracting Backgrounds</vt:lpstr>
      <vt:lpstr>Regulation of Herbs and Drugs</vt:lpstr>
      <vt:lpstr>Text on Slides</vt:lpstr>
      <vt:lpstr>Decorating Your House for Halloween</vt:lpstr>
      <vt:lpstr>Halloween Decorations</vt:lpstr>
      <vt:lpstr>Plasmodium Life Cycle</vt:lpstr>
      <vt:lpstr>Plasmodium Life Cycle</vt:lpstr>
      <vt:lpstr>Summary of Helpful Points</vt:lpstr>
      <vt:lpstr>Summary of Helpful Points</vt:lpstr>
      <vt:lpstr>What is wrong with the following slides?</vt:lpstr>
      <vt:lpstr>THE CENTRAL DOGMA OF MOLECULAR BIOLOGY</vt:lpstr>
      <vt:lpstr>PowerPoint Presentation</vt:lpstr>
      <vt:lpstr>More Practice</vt:lpstr>
      <vt:lpstr>SOM Output</vt:lpstr>
      <vt:lpstr>PowerPoint Presentation</vt:lpstr>
      <vt:lpstr>URSIDAE (Bears) </vt:lpstr>
      <vt:lpstr>PowerPoint Presentation</vt:lpstr>
      <vt:lpstr>BLUNT END VS. STICKY END</vt:lpstr>
      <vt:lpstr>Miotics</vt:lpstr>
      <vt:lpstr>PowerPoint Presentation</vt:lpstr>
      <vt:lpstr>Energy Changes Associated with Changes of State</vt:lpstr>
      <vt:lpstr>PowerPoint Presentation</vt:lpstr>
      <vt:lpstr>The strands are held in position, binding easily to DNA polymerase, which catalyzes the elongation of the leading and lagging strands.  While the DNA polymerase on the leading strand can operate in a continuous fashion, RNA primer is needed repeatedly on the lagging strand to facilitate synthesis of Okazaki fragments.  </vt:lpstr>
      <vt:lpstr>Hydrophobic and Hydrophilic</vt:lpstr>
      <vt:lpstr>Hydrophobic versus Hydrophilic </vt:lpstr>
      <vt:lpstr>DFA – Results</vt:lpstr>
      <vt:lpstr>How Do Neural Networks Compute?</vt:lpstr>
    </vt:vector>
  </TitlesOfParts>
  <Company>ccsu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examples</dc:title>
  <dc:creator>mfurlong</dc:creator>
  <cp:lastModifiedBy>user</cp:lastModifiedBy>
  <cp:revision>42</cp:revision>
  <dcterms:created xsi:type="dcterms:W3CDTF">2002-10-28T17:41:29Z</dcterms:created>
  <dcterms:modified xsi:type="dcterms:W3CDTF">2026-07-13T10:38:11Z</dcterms:modified>
</cp:coreProperties>
</file>